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314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3" r:id="rId37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sdom Tsou" initials="W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7CD6"/>
    <a:srgbClr val="5B9BD5"/>
    <a:srgbClr val="1F4E79"/>
    <a:srgbClr val="A91F24"/>
    <a:srgbClr val="00B050"/>
    <a:srgbClr val="002060"/>
    <a:srgbClr val="DC1111"/>
    <a:srgbClr val="940A40"/>
    <a:srgbClr val="01A8EF"/>
    <a:srgbClr val="AE4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93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3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27T08:04:12.665" idx="1">
    <p:pos x="7185" y="1372"/>
    <p:text/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147480000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cm"/>
          <inkml:channelProperty channel="T" name="resolution" value="1" units="1/dev"/>
        </inkml:channelProperties>
      </inkml:inkSource>
      <inkml:timestamp xml:id="ts0" timeString="2022-04-18T01:34: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29220.000 4791.000 183 0,'0.000'0.000'316'0,"0.000"0.000"-238"15,0.000 0.000-52-15,0.000 0.000-22 0,0.000 0.000 25 16,0.000 0.000 52-16,0.000 0.000 40 0,0.000 0.000-72 15,0.000 0.000-7-15,0.000 0.000-6 0,36.000-24.000 3 16,-37.000 24.000 10-16,-2.000 0.000-3 0,0.000 3.000-24 16,0.000-2.000 421-16,0.000-1.000-95 0,1.000 0.000-166 0,0.000 0.000-69 15,2.000 0.000-35-15,-3.000 0.000 3 16,3.000 0.000 9-16,-3.000 0.000 39 0,3.000 0.000-25 0,-1.000 0.000-46 16,0.000 0.000-39-16,-1.000 0.000-19 0,1.000 0.000 1 15,-2.000 0.000 2-15,0.000-1.000 20 0,-2.000-2.000-23 16,0.000 0.000-26-16,-4.000 0.000 26 0,2.000-1.000 29 15,0.000 0.000 3-15,-1.000-1.000 39 0,-2.000 0.000-26 16,3.000-1.000 29-16,-2.000 1.000-23 0,1.000 2.000-3 16,1.000-1.000-47-16,-1.000 0.000 21 0,-2.000 0.000-4 15,-1.000 0.000-18-15,-1.000 3.000-23 0,-5.000-3.000-28 16,0.000 3.000 22-16,-5.000 1.000 10 0,-1.000 0.000 3 0,0.000 0.000 16 16,-2.000 0.000 0-16,2.000 2.000-16 0,0.000 2.000 16 15,3.000 0.000 25-15,1.000 0.000 11 0,-1.000 0.000 5 16,4.000 1.000 4-16,-1.000 1.000-10 0,0.000 1.000-16 15,1.000-1.000 17-15,1.000 1.000-20 0,1.000-1.000-15 0,0.000 0.000-2 16,-1.000 1.000 1-16,2.000 0.000 0 0,-4.000 2.000 24 16,3.000-1.000-8-16,-3.000 3.000-15 0,-1.000 0.000 2 15,-2.000 2.000 35-15,-2.000 2.000 1 0,2.000-1.000-14 16,-3.000 2.000-12-16,-1.000-2.000 6 0,1.000 3.000-1 16,2.000-3.000-17-16,0.000 2.000 11 0,1.000-3.000-11 15,2.000-2.000 11-15,3.000 1.000 4 0,-2.000-3.000-12 16,0.000 1.000 11-16,4.000 2.000-2 0,-2.000-2.000 12 15,1.000 0.000-12-15,-3.000 2.000-11 0,3.000-1.000 17 16,0.000 2.000-18-16,-3.000 0.000 28 0,0.000 2.000-13 16,1.000-2.000 3-16,-2.000 3.000-18 0,5.000 2.000 1 0,-3.000-1.000 10 15,3.000 1.000-11-15,-1.000 0.000 12 0,2.000 0.000 6 16,0.000-2.000-19-16,1.000 0.000 0 0,1.000 2.000 1 16,2.000-1.000 2-16,-1.000-1.000-2 0,1.000 2.000 1 15,-1.000 2.000 1-15,4.000-2.000-3 0,-2.000 0.000-3 0,2.000 1.000 2 16,0.000 0.000 1-16,2.000 4.000 0 0,0.000 0.000 22 15,1.000 0.000 1-15,1.000 3.000-21 0,1.000-2.000-2 16,0.000 1.000 1-16,0.000-1.000 16 0,1.000 2.000-15 16,5.000 1.000-1-16,1.000-2.000 12 0,3.000 1.000-11 15,0.000 1.000 18-15,5.000-1.000-20 0,1.000-2.000 13 16,2.000 2.000-13-16,1.000-3.000 0 0,3.000 0.000 0 16,-1.000 1.000 38-16,3.000-3.000-26 0,-1.000 0.000-11 0,-1.000-2.000 0 15,1.000 2.000 0-15,2.000 0.000 15 0,4.000-2.000-16 16,0.000 2.000 1-16,3.000-1.000-1 0,-2.000 2.000 19 15,2.000-2.000-16-15,1.000 1.000-1 0,-2.000 0.000 20 16,1.000-2.000-21-16,1.000 0.000 1 0,2.000-3.000-2 16,-4.000 2.000 1-16,2.000 0.000-1 0,1.000-1.000-17 15,0.000-2.000 17-15,-1.000 1.000 2 0,4.000-4.000 21 16,-1.000 1.000-22-16,-2.000-2.000-1 0,5.000 0.000 15 16,-3.000-2.000-12-16,2.000 0.000 22 0,-2.000-1.000-24 0,4.000-2.000 1 15,-3.000 2.000 13-15,2.000 0.000-15 0,-1.000-2.000 0 16,-1.000 0.000-1-16,-1.000-2.000 0 0,-1.000 1.000 0 15,-1.000 2.000 1-15,0.000-2.000 0 0,0.000 0.000 9 16,-2.000 0.000-8-16,1.000 1.000-2 0,0.000-1.000-10 16,1.000-2.000 11-16,3.000 2.000 22 0,-3.000 0.000-22 0,2.000-2.000 1 15,0.000 0.000 12-15,1.000-1.000-11 0,-3.000 1.000 14 16,3.000-3.000-14-16,-3.000 0.000 26 0,-3.000 0.000-3 16,1.000 0.000-22-16,-2.000-3.000 0 0,-1.000 1.000 22 15,-3.000-2.000-23-15,0.000 2.000 20 0,-1.000-3.000 0 16,-2.000 0.000-19-16,2.000-1.000 9 0,-3.000 1.000 1 15,4.000-2.000-11-15,0.000 1.000 13 0,0.000-2.000-12 16,1.000 2.000 1-16,-2.000-1.000 8 0,0.000-3.000-11 16,0.000 0.000 12-16,1.000 1.000-11 0,0.000-1.000 0 15,-1.000 1.000 10-15,-3.000-1.000-11 0,-2.000 0.000 15 0,-3.000 2.000 9 16,-3.000 0.000 9-16,-2.000-2.000 3 0,-1.000 3.000 3 16,-1.000 1.000 4-16,-2.000-4.000-7 0,2.000 3.000-13 15,-2.000-1.000 7-15,3.000-1.000-17 0,-2.000 1.000-13 16,2.000 1.000-1-16,-3.000-4.000 2 0,4.000 1.000-1 15,-2.000 1.000 1-15,-1.000-3.000 19 0,0.000 1.000-2 0,2.000-3.000-7 16,-1.000 3.000 10-16,0.000-1.000-22 0,0.000-3.000 0 16,-1.000 2.000 12-16,-1.000 0.000-12 0,1.000 1.000 0 15,0.000-1.000-24-15,-2.000 1.000 23 0,3.000 0.000 1 16,-3.000 1.000 1-16,0.000 1.000-1 0,1.000 1.000-17 16,1.000 0.000-2-16,-1.000 0.000 4 0,0.000 1.000-13 15,3.000 0.000 26-15,-2.000 1.000 1 0,0.000-1.000 0 16,1.000-2.000 0-16,0.000 2.000 1 0,0.000-3.000 11 15,1.000 2.000-8-15,1.000-1.000 0 0,-1.000-1.000 0 16,1.000-2.000 15-16,-1.000-3.000-17 0,-1.000 2.000 24 0,1.000 0.000-7 16,-2.000 0.000 1-16,0.000-1.000-19 15,-1.000-1.000 1-15,-1.000 0.000-1 0,-1.000 1.000 33 0,-2.000-1.000-33 16,-1.000 1.000-10-16,0.000-2.000 7 0,-3.000 1.000 3 16,0.000-2.000-15-16,0.000-2.000 3 0,0.000 1.000-1 15,0.000-2.000 11-15,-3.000 1.000-16 0,-2.000-2.000 15 0,-1.000 3.000 2 16,-1.000-1.000-15-16,0.000 0.000 15 0,-2.000-1.000 0 15,1.000 1.000-33-15,-3.000 0.000 34 0,2.000 1.000-1 16,1.000 0.000 10-16,-4.000 1.000-9 0,4.000-2.000 0 16,-4.000 0.000-13-16,-1.000-1.000-15 0,2.000-1.000 25 15,-4.000 1.000 3-15,-1.000-1.000 2 0,1.000-3.000-2 16,-1.000 2.000-12-16,-4.000-2.000-10 0,3.000 2.000 20 16,-3.000-2.000 0-16,4.000 1.000 2 0,-2.000 2.000 11 15,1.000 2.000-10-15,1.000-1.000-2 0,-1.000 2.000-9 16,0.000 1.000 10-16,2.000 0.000 25 0,-1.000 3.000-25 15,2.000-2.000-15-15,-3.000 0.000-1 0,2.000 3.000-27 16,0.000-2.000 43-16,0.000 3.000 9 0,-2.000 1.000-9 0,0.000 1.000-15 16,-2.000-2.000-4-16,-1.000 2.000 19 0,0.000-1.000-16 15,-2.000-1.000-15-15,-1.000 1.000 31 0,1.000-1.000-2 16,-4.000-2.000 1-16,-2.000 1.000-19 0,2.000 0.000 17 16,-1.000 0.000 3-16,-4.000-1.000 15 0,3.000-1.000-12 0,-1.000 1.000-3 15,-1.000-2.000-2-15,-4.000-1.000-1 0,0.000 0.000-19 16,-2.000 0.000 19-16,1.000 1.000-16 0,-1.000 0.000 17 15,2.000 2.000 2-15,0.000-1.000-3 0,0.000 4.000 0 16,-2.000 1.000-34-16,-4.000 1.000-19 0,-1.000 0.000 19 16,-8.000 6.000-35-16,-3.000 1.000-29 0,-13.000 3.000-56 15,-14.000 6.000-67-15,16.000 1.000-388 0,-71.000 5.000-1191 0</inkml:trace>
  <inkml:trace contextRef="#ctx0" brushRef="#br0">29389.000 13062.000 443 0,'0.000'0.000'300'0,"0.000"0.000"-55"0,0.000 0.000 536 15,0.000 0.000-576-15,0.000 0.000-89 0,0.000 0.000-31 16,0.000 0.000 18-16,0.000 0.000 37 0,0.000 0.000-8 16,0.000 0.000-19-16,-27.000-32.000 3 0,22.000 29.000 0 15,0.000 2.000-17-15,2.000-2.000-25 0,-2.000 1.000-16 16,2.000-1.000 15-16,0.000 2.000 10 0,0.000-1.000 16 15,0.000 2.000-36-15,-2.000-1.000-24 0,1.000-1.000-11 16,-2.000 2.000 4-16,-1.000 0.000 3 0,-3.000-2.000-35 16,0.000 1.000 28-16,-1.000 1.000-2 0,2.000 0.000 18 0,-2.000 0.000-9 15,0.000 0.000-4-15,-1.000-1.000-9 0,1.000 0.000 3 16,-1.000-1.000-6-16,-4.000 0.000-18 0,2.000-1.000 15 16,-2.000-1.000-3-16,1.000 2.000 2 0,-2.000-1.000 11 15,0.000-1.000-13-15,-2.000 1.000-13 0,-1.000-2.000-18 16,0.000 4.000 18-16,1.000-1.000 26 0,6.000-1.000-1 0,0.000 3.000 3 15,5.000-1.000-12-15,0.000 1.000-16 0,-2.000 0.000-1 16,0.000 0.000-3-16,0.000 0.000 2 0,-3.000 0.000-1 16,2.000 0.000 1-16,-5.000 1.000-1 0,1.000 2.000 0 15,0.000-1.000 3-15,2.000 0.000 14 0,1.000 2.000-11 16,1.000 1.000-3-16,0.000-3.000 0 0,0.000 2.000-2 16,-1.000-2.000 2-16,2.000 2.000 0 0,-3.000 0.000-1 15,3.000 0.000 0-15,1.000 2.000-1 0,0.000 0.000-1 16,0.000-1.000-16-16,-1.000 1.000 4 0,-2.000 2.000-4 15,1.000 2.000 16-15,-2.000 1.000-13 0,-2.000 1.000 15 0,1.000 2.000 1 16,-2.000 2.000 10-16,0.000-1.000-6 0,-3.000 2.000 21 16,2.000 2.000 6-16,-2.000 1.000 4 0,2.000-2.000-4 15,0.000-2.000-28-15,-2.000 0.000 16 0,5.000-2.000 4 16,-4.000 1.000-20-16,2.000 0.000-3 0,1.000 0.000 31 0,0.000 0.000-3 16,-1.000 1.000-25-16,2.000-2.000 13 0,-2.000 3.000-4 15,2.000-1.000-8-15,-1.000 0.000-1 0,2.000 2.000 25 16,1.000-1.000-10-16,-2.000 1.000-14 0,3.000 4.000 20 15,-1.000-3.000-8-15,2.000 3.000 6 0,-2.000 0.000-10 16,1.000 1.000-9-16,0.000 1.000 35 0,-4.000 4.000-4 16,4.000-3.000-31-16,0.000 0.000 22 0,0.000-2.000-13 15,2.000-1.000-10-15,1.000 0.000 1 0,-1.000-2.000 13 16,4.000 0.000-13-16,-1.000 1.000 12 0,1.000-2.000 7 16,2.000 0.000-3-16,0.000-1.000-19 0,-1.000 0.000 0 0,4.000 1.000 12 15,0.000 0.000 6-15,0.000 1.000-14 0,0.000 1.000-1 16,7.000-1.000-1-16,-1.000 2.000 1 0,3.000 1.000 12 15,0.000 2.000-2-15,3.000 0.000 8 0,3.000 4.000-5 16,1.000 1.000-13-16,4.000 0.000 18 0,-1.000 1.000-18 16,5.000 1.000 22-16,1.000-1.000-24 0,0.000 0.000 15 15,0.000-1.000-16-15,3.000-1.000 2 0,0.000-2.000-1 0,1.000 0.000 0 16,3.000-1.000 11-16,0.000-1.000-9 0,2.000-1.000 9 16,2.000-1.000-1-16,4.000-1.000-9 0,-2.000-3.000-1 15,1.000 0.000 2-15,3.000-2.000-3 0,-3.000-3.000 12 16,3.000 0.000-11-16,0.000-2.000 2 0,0.000-3.000-2 15,2.000 0.000 18-15,0.000-3.000-18 0,0.000 0.000-1 0,-1.000-2.000-46 16,0.000-2.000 24-16,2.000 0.000 22 0,-5.000-2.000 2 16,0.000 0.000-2-16,3.000 0.000 1 0,-1.000 0.000 2 15,0.000-2.000 7-15,1.000-2.000-10 0,-4.000-1.000-3 16,0.000 1.000 2-16,-2.000-1.000-1 0,-2.000 0.000 1 16,-2.000 0.000-2-16,1.000 0.000 3 0,-3.000 1.000-3 15,-1.000-2.000 1-15,2.000 1.000 1 0,-2.000 0.000 0 16,1.000-1.000 1-16,-2.000 1.000-1 0,-1.000 0.000 0 15,3.000 0.000 1-15,-5.000-1.000 1 0,3.000 0.000 0 16,-2.000 1.000 1-16,0.000-2.000-2 0,1.000 0.000 1 16,0.000 0.000 0-16,0.000-1.000 1 0,1.000 1.000 1 0,-4.000-1.000 9 15,2.000 0.000-9-15,-3.000 0.000-3 0,1.000-2.000 12 16,-4.000 2.000-10-16,0.000-1.000 1 0,-3.000-1.000-1 16,2.000 0.000 13-16,-1.000-1.000 0 0,1.000 1.000-15 15,2.000-1.000-3-15,-5.000-2.000 3 0,3.000 1.000 0 16,-1.000-2.000-1-16,1.000 2.000 1 0,-1.000-1.000 15 0,-3.000 1.000-13 15,0.000-1.000 10-15,-3.000-3.000 1 0,2.000 1.000 5 16,1.000-3.000-15-16,1.000 0.000-1 0,1.000-1.000-2 16,1.000-3.000-1-16,1.000 1.000-1 0,-1.000 0.000-9 15,-1.000 0.000 11-15,1.000 0.000 13 0,0.000 1.000-13 16,-1.000-1.000-2-16,-2.000 0.000 2 0,1.000 2.000 0 16,-3.000-1.000 15-16,0.000 1.000-12 0,-2.000 0.000 10 15,-4.000 0.000-13-15,4.000-2.000 0 0,-4.000-1.000 10 16,-2.000 0.000-7-16,1.000 2.000 0 0,-2.000-2.000 16 15,0.000-1.000-1-15,0.000 1.000 3 0,-2.000 0.000-21 0,0.000-2.000-1 16,-1.000 0.000-1-16,1.000 1.000 2 0,0.000 0.000 6 16,-1.000 4.000-6-16,-2.000 0.000 13 0,1.000 1.000-13 15,-1.000 0.000 18-15,0.000 0.000-8 0,0.000 2.000-10 16,0.000 0.000-2-16,-1.000 0.000 2 0,-2.000 2.000 19 16,-2.000-2.000-17-16,0.000 2.000-2 0,-3.000-2.000-2 0,-2.000 1.000-11 15,0.000 0.000 12-15,-1.000-2.000-13 0,-5.000 3.000 14 16,1.000-2.000 0-16,-5.000-2.000-12 0,0.000 4.000 12 15,1.000-4.000 0-15,-2.000 1.000 15 0,-1.000 0.000 3 16,0.000 1.000-15-16,-1.000-1.000 19 0,0.000 0.000-19 16,-2.000 1.000-1-16,3.000 0.000-2 0,-3.000 0.000 12 15,-1.000 0.000-10-15,3.000 2.000-2 0,-2.000-2.000-1 16,3.000 2.000-11-16,-4.000 2.000 11 0,1.000-2.000 1 16,2.000 2.000 10-16,-1.000-1.000-10 0,1.000 0.000-2 15,-2.000 1.000 2-15,-1.000 1.000 0 0,0.000-1.000 0 0,-1.000 3.000 0 16,-2.000-4.000 1-16,1.000 3.000-1 0,-4.000-2.000 0 15,0.000 2.000 1-15,0.000 1.000 1 0,-2.000-2.000 20 16,2.000 4.000-4-16,-1.000 1.000 6 0,0.000-1.000-22 16,2.000 3.000 1-16,1.000 1.000 15 0,1.000 0.000-6 15,5.000 1.000-11-15,3.000-1.000 0 0,0.000 1.000 0 0,2.000 0.000-1 16,2.000-1.000 1-16,1.000 1.000 1 0,0.000-2.000-1 16,-1.000 1.000 2-16,1.000 1.000 9 0,-4.000-2.000-12 15,-2.000 1.000-12-15,-2.000-2.000 9 0,-4.000 1.000-12 16,-1.000-1.000-6-16,-4.000 1.000-4 0,0.000 1.000-6 15,-3.000 0.000-11-15,3.000 2.000-44 0,-4.000 1.000-80 16,-5.000 0.000-167-16,9.000 0.000-253 0,-51.000 0.000-730 0</inkml:trace>
  <inkml:trace contextRef="#ctx0" brushRef="#br0">27978.000 8136.000 610 0,'0.000'0.000'169'0,"0.000"0.000"-81"16,0.000 0.000-71-16,0.000 0.000 22 0,0.000 0.000-13 16,0.000 0.000 68-16,0.000 0.000 4 0,0.000 0.000-98 15,0.000 0.000 0-15,3.000-9.000-36 0,-3.000 9.000 7 16,1.000 2.000 13-16,4.000 2.000 12 0,-2.000 5.000-25 16,2.000-2.000-20-16,-2.000 4.000-153 0,0.000 0.000-248 15,-26.000-46.000 124-15</inkml:trace>
  <inkml:trace contextRef="#ctx0" brushRef="#br0">28640.000 8692.000 675 0,'0.000'0.000'140'0,"0.000"0.000"-140"0,0.000 0.000-133 15,0.000 0.000-34-15,0.000 0.000 65 0,0.000 0.000 102 16,0.000 0.000 33-16,0.000 0.000-33 0,0.000 0.000-101 16,0.000 0.000-203-16</inkml:trace>
  <inkml:trace contextRef="#ctx0" brushRef="#br0">28640.000 8692.000 109 0,'56.000'-34.000'166'0,"-56.000"34.000"10"16,0.000 0.000 23-16,0.000 0.000-23 0,0.000 0.000-39 15,0.000 0.000-56-15,1.000-1.000-81 0,1.000-2.000 10 16,-2.000 1.000-23-16,3.000-2.000-19 0,-1.000 1.000 32 15,0.000-2.000 52-15,1.000 0.000 49 0,0.000-1.000-4 16,0.000 1.000 40-16,1.000 1.000-26 0,-3.000 0.000-43 0,1.000-1.000 49 16,-1.000 4.000 55-16,0.000-2.000-42 0,-1.000 2.000-26 15,2.000 1.000-72-15,-1.000 0.000-28 0,-1.000 0.000 15 16,0.000 0.000-6-16,0.000 0.000 259 0,0.000 0.000-56 16,0.000 0.000-109-16,0.000 0.000-59 0,0.000 0.000-13 15,0.000 0.000 33-15,0.000 0.000 28 0,0.000 0.000-13 0,0.000 1.000-25 16,0.000 0.000-29-16,0.000 1.000-13 15,0.000-1.000 12-15,-1.000 0.000 11 0,-1.000 2.000 18 0,0.000 1.000 7 16,-1.000-1.000-20-16,-4.000 2.000 10 0,-1.000 3.000-22 16,1.000 0.000 0-16,-4.000 2.000 3 0,-2.000 3.000-7 15,-2.000 3.000 7-15,-3.000 1.000-6 0,-1.000 1.000-18 16,-1.000 1.000-10-16,-3.000 1.000 33 0,-2.000 3.000-6 16,-1.000 2.000 10-16,0.000 0.000-36 0,2.000 3.000 23 15,-2.000-4.000-3-15,1.000 3.000 4 0,-1.000-1.000-26 16,3.000 0.000 15-16,0.000-2.000-8 0,0.000 0.000-1 15,2.000 0.000-6-15,2.000-1.000 0 0,2.000-4.000 0 0,3.000-1.000 0 16,2.000-5.000-13-16,3.000 0.000 10 0,3.000-3.000 6 16,2.000-3.000-6-16,0.000-2.000-9 0,2.000-5.000 10 15,2.000 2.000-1-15,0.000 0.000 1 0,0.000-2.000-29 16,0.000 0.000-7-16,0.000 0.000-25 0,0.000-2.000-38 0,4.000-2.000-51 16,4.000-6.000-65-16,0.000-1.000-171 15,3.000-5.000-66-15,1.000 3.000-566 0,7.000-10.000-193 0</inkml:trace>
  <inkml:trace contextRef="#ctx0" brushRef="#br0">28947.000 8533.000 149 0,'0.000'0.000'333'0,"0.000"0.000"-34"16,0.000 0.000-123-16,0.000 0.000-107 0,0.000 0.000-69 16,0.000 0.000-14-16,0.000 0.000 14 0,0.000 0.000 215 0,0.000 0.000-85 15,0.000 0.000-127-15,0.000 0.000-2 0,0.000-2.000-1 16,0.000 1.000 52-16,0.000 1.000 36 0,0.000 0.000 10 15,0.000-2.000-4-15,0.000 2.000-9 0,0.000 0.000 6 16,0.000 0.000 13-16,0.000 0.000 6 0,0.000 0.000-3 0,0.000 0.000-13 16,0.000 0.000-10-16,2.000 0.000-10 15,3.000 0.000 14-15,1.000 0.000 21 0,3.000 0.000 1 0,3.000 0.000-33 16,1.000 3.000-19-16,4.000-2.000-26 0,1.000 4.000 13 16,1.000-3.000 22-16,1.000 3.000-38 0,2.000-3.000-27 15,-1.000 2.000-2-15,0.000 2.000 16 0,2.000-1.000 7 16,-1.000 1.000-4-16,1.000-1.000 0 0,0.000 2.000-17 15,-1.000-1.000 27-15,0.000 1.000-10 0,1.000-1.000-17 16,0.000 0.000-1-16,-4.000 1.000-1 0,3.000 1.000 2 16,-2.000-2.000 20-16,0.000-1.000-19 0,-2.000 2.000 0 15,-1.000 1.000-3-15,-1.000-2.000 13 0,1.000 0.000-10 16,-1.000 1.000-2-16,2.000 0.000-1 0,-2.000-1.000-3 0,1.000 2.000 0 16,-3.000-1.000-10-16,3.000 0.000 12 0,-3.000-3.000 1 15,1.000 0.000-2-15,0.000 2.000 2 0,0.000-1.000 1 16,2.000-1.000 1-16,3.000-1.000 16 0,-4.000 1.000-18 15,1.000-1.000-2-15,-3.000 1.000-14 0,-2.000-2.000 3 0,-1.000 2.000 13 16,1.000-3.000 0-16,-4.000 2.000 4 0,-2.000 0.000-4 16,2.000-2.000-4-16,-2.000 2.000 1 0,-1.000-2.000 3 15,1.000-1.000 3-15,-1.000 0.000 12 0,1.000 2.000-15 16,3.000 2.000-13-16,-1.000-4.000 11 0,0.000 1.000 1 16,0.000 2.000-2-16,2.000 0.000-29 0,0.000-2.000-6 15,1.000 2.000 15-15,-1.000-2.000 21 0,0.000-1.000-1 16,-1.000 2.000-10-16,0.000-2.000 13 0,-1.000 0.000 2 15,-4.000 0.000 11-15,0.000 0.000-11 0,-1.000 0.000 18 16,2.000 0.000-4-16,2.000 0.000-13 0,1.000 0.000-3 16,1.000-2.000-11-16,1.000-1.000-24 0,3.000 1.000-13 0,-3.000-4.000-7 15,4.000 2.000 14-15,-3.000 1.000-4 0,-3.000-1.000 17 16,2.000 1.000 28-16,-2.000-1.000 3 0,-1.000 3.000 13 16,-1.000-4.000-14-16,0.000 3.000-1 0,3.000-2.000 0 15,-1.000 1.000 2-15,0.000-1.000-3 0,2.000 0.000-19 0,-2.000 2.000 18 16,0.000-2.000 0-16,0.000 1.000-2 0,0.000-1.000-42 15,1.000 1.000 0-15,2.000 0.000 0 0,1.000-3.000 6 16,1.000 3.000-3-16,-1.000-1.000 23 0,0.000 0.000 0 16,-2.000 2.000 2-16,-1.000-3.000 5 0,0.000 3.000-1 15,-2.000-1.000 13-15,-3.000 2.000-1 0,2.000 1.000 1 16,0.000 0.000-2-16,-4.000 0.000 0 0,3.000 0.000-14 16,-1.000-1.000 16-16,1.000 0.000 0 0,0.000 1.000 1 0,1.000-2.000 3 15,0.000 1.000-1-15,0.000 1.000-1 0,-1.000 0.000 14 16,1.000 0.000 10-16,-1.000 0.000 3 0,0.000 0.000 3 15,1.000 0.000-3-15,-2.000 0.000-13 0,-2.000 0.000-3 16,-1.000 0.000 6-16,1.000 0.000 1 0,-2.000 0.000-1 16,0.000 0.000 10-16,0.000 0.000 6 0,0.000 0.000 10 15,0.000 1.000-16-15,0.000 1.000-27 0,0.000-2.000-2 16,-2.000 1.000 3-16,1.000 0.000 13 0,-1.000 0.000 12 0,-1.000 3.000 27 16,0.000 2.000 12-16,-1.000-1.000 7 0,2.000 1.000-17 15,-3.000 1.000-22-15,-1.000 0.000-12 0,-1.000 1.000 12 16,-4.000 2.000 13-16,-2.000 2.000 15 0,-6.000 4.000-25 15,-1.000-2.000 20-15,-5.000 4.000-17 0,-4.000 1.000-26 16,1.000-1.000 20-16,-4.000 4.000-9 0,-1.000-2.000-1 16,2.000 3.000-22-16,0.000-4.000 16 0,0.000-1.000-6 15,4.000 0.000-12-15,1.000 0.000 11 0,4.000-1.000 5 0,-1.000-1.000-16 16,3.000-1.000-1-16,4.000 1.000 1 0,-2.000-1.000 1 16,2.000 0.000-2-16,1.000-1.000 13 0,2.000-1.000-13 15,1.000-2.000 1-15,1.000 1.000-1 0,3.000-2.000-16 16,-4.000-2.000 15-16,6.000-1.000 1 0,1.000 0.000 0 15,-1.000-1.000 3-15,3.000-1.000 12 0,0.000-1.000-15 16,0.000-2.000-16-16,3.000-1.000 13 0,0.000 1.000-19 16,0.000-2.000 3-16,0.000 0.000-25 0,0.000 0.000-45 15,0.000 0.000-28-15,0.000 0.000-49 0,-5.000-5.000-77 16,0.000 0.000-272-16,-9.000-8.000-970 0</inkml:trace>
  <inkml:trace contextRef="#ctx0" brushRef="#br0">28089.000 8781.000 1041 0,'0.000'0.000'391'0,"0.000"0.000"-297"0,0.000 0.000-22 16,0.000 0.000 61-16,0.000 0.000 111 0,0.000 0.000 51 16,0.000 0.000-104-16,86.000 30.000-36 0,-69.000-22.000-17 15,1.000 0.000-19-15,1.000 3.000-13 0,0.000-2.000-32 16,1.000 2.000 28-16,3.000 2.000 10 0,-1.000 1.000-32 0,3.000 0.000-32 15,1.000-1.000 9-15,2.000 4.000-41 0,0.000-3.000 19 16,1.000 1.000-7-16,0.000-1.000-25 0,1.000-1.000-3 16,-2.000 2.000 0-16,2.000-4.000-1 0,-2.000-1.000-2 15,0.000 1.000-9-15,0.000 0.000 12 0,-1.000-3.000-13 16,-1.000 1.000-22-16,-2.000-2.000 0 0,-1.000-2.000-3 0,-1.000 2.000 0 16,-2.000 0.000 6-16,-4.000-1.000 29 0,1.000-1.000-26 15,-3.000 1.000 26-15,1.000-1.000 3 0,-4.000 0.000 0 16,0.000 0.000 1-16,-1.000-1.000-1 0,0.000 2.000 0 15,-1.000-1.000 13-15,1.000 1.000-11 0,-1.000-1.000 10 16,3.000-2.000 11-16,-1.000 4.000-20 0,-3.000-1.000 16 16,5.000-2.000 3-16,-3.000 3.000-9 0,2.000-2.000 16 15,-1.000 1.000 9-15,-1.000 0.000-26 0,-1.000-1.000-8 16,2.000 0.000 8-16,-3.000 0.000 11 0,1.000 0.000 11 16,2.000 3.000 11-16,0.000-2.000-17 0,-2.000 1.000-12 15,4.000-1.000-15-15,-3.000 1.000-1 0,3.000-1.000-2 0,0.000 1.000 2 16,0.000-1.000 0-16,1.000 0.000 1 0,2.000 1.000 13 15,2.000-1.000 1-15,-4.000-1.000-15 0,5.000 0.000-19 16,0.000 2.000 19-16,2.000-3.000 22 0,2.000 0.000-22 16,2.000-1.000 1-16,-3.000 2.000-1 0,0.000-3.000 1 15,1.000 2.000-2-15,-1.000-2.000 1 0,-3.000 3.000 0 16,-1.000 0.000 0-16,-1.000-3.000-1 0,-5.000 3.000-9 0,-2.000-1.000 10 16,-1.000-2.000 26-16,1.000 3.000 2 0,-3.000-3.000-3 15,-1.000 1.000-9-15,2.000-1.000 3 0,-2.000 0.000-9 16,-1.000 3.000-10-16,-1.000-4.000-3 0,1.000 2.000 3 15,-3.000-1.000 3-15,3.000-1.000 16 0,-1.000 1.000 10 16,2.000 1.000 8-16,-2.000 1.000 1 0,0.000-1.000 0 16,1.000 1.000-1-16,-1.000-3.000-9 0,1.000 2.000-6 15,-1.000-1.000-2-15,1.000-1.000 2 0,-2.000-1.000 3 16,0.000 1.000 0-16,0.000 2.000-12 0,-1.000-1.000-10 16,1.000-2.000 12-16,-2.000 1.000-12 0,0.000-1.000 10 0,2.000 0.000-11 15,-1.000 0.000-1-15,-1.000 1.000-1 0,4.000 1.000 0 16,2.000-1.000 0-16,-2.000 0.000-1 0,1.000-1.000 1 15,3.000 3.000-1-15,1.000-1.000-2 0,-1.000 1.000-10 16,2.000 1.000 12-16,1.000 0.000 1 0,-4.000-3.000 0 16,3.000 1.000-1-16,-2.000 2.000-2 0,-1.000-3.000 1 0,-3.000 1.000 0 15,0.000-1.000-20-15,-4.000 0.000-43 0,-1.000-1.000-84 16,-4.000-4.000-119-16,-3.000-1.000-327 0,-27.000-19.000-1941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147480000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cm"/>
          <inkml:channelProperty channel="T" name="resolution" value="1" units="1/dev"/>
        </inkml:channelProperties>
      </inkml:inkSource>
      <inkml:timestamp xml:id="ts0" timeString="2022-04-18T01:37: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15570.000 8815.000 476 0,'0.000'0.000'434'0,"0.000"0.000"-249"0,0.000 0.000-58 16,0.000 0.000 72-16,0.000 0.000 45 0,0.000 0.000-4 15,0.000 0.000-64-15,0.000 0.000-89 0,0.000 0.000-38 0,0.000 0.000-20 16,0.000 0.000-29-16,31.000-7.000-3 0,-26.000 6.000-26 16,-1.000 1.000-36-16,0.000-3.000-3 0,2.000 3.000-13 15,0.000 0.000-72-15,2.000-3.000-71 0,-2.000-1.000-102 16,2.000 0.000-55-16,-1.000 1.000 19 0,1.000-4.000-45 15</inkml:trace>
  <inkml:trace contextRef="#ctx0" brushRef="#br0">15705.000 8761.000 557 0,'0.000'0.000'462'15,"0.000"0.000"-51"-15,0.000 0.000-34 0,0.000 0.000-20 16,0.000 0.000-30-16,0.000 0.000-31 0,0.000 0.000-55 16,0.000 0.000-49-16,0.000 0.000-35 0,0.000 0.000-24 0,0.000 0.000-35 15,5.000 0.000-34-15,-2.000 0.000-23 0,1.000 2.000 28 16,3.000 2.000 7-16,2.000 1.000-23 0,-1.000 2.000 7 15,3.000 3.000 2-15,1.000 0.000 11 0,-2.000 1.000-20 16,3.000 0.000 0-16,0.000-3.000-42 0,-1.000 2.000-11 0,1.000-3.000-3 16,1.000 0.000 3-16,1.000 0.000 28 15,-1.000-3.000-16-15,5.000 1.000-12 0,-2.000-5.000 0 0,3.000 0.000 0 16,0.000 0.000 22-16,-1.000-5.000-8 0,1.000 1.000-12 16,0.000-5.000-4-16,-1.000 3.000 0 0,1.000-1.000 2 15,0.000-4.000 4-15,-1.000 1.000 8 0,0.000 1.000-12 16,0.000-3.000 0-16,1.000 1.000 1 0,-1.000 0.000 16 15,-2.000 2.000-17-15,0.000-2.000-16 0,2.000 4.000 16 16,-2.000-2.000 0-16,-1.000 3.000-16 0,2.000-1.000 16 16,-1.000 2.000 2-16,-3.000 3.000 1 0,-1.000-1.000 0 15,0.000 2.000 7-15,-3.000 1.000-10 0,2.000 0.000-3 16,-5.000 0.000-22-16,-1.000 0.000 13 0,0.000 4.000-1 0,-1.000-2.000 12 16,2.000 0.000 1-16,1.000 1.000 2 0,0.000 1.000 14 15,1.000-1.000-13-15,2.000 1.000 25 0,1.000-3.000-25 16,2.000 1.000 0-16,-1.000 1.000 0 0,3.000-3.000-1 15,0.000 0.000 17-15,1.000 0.000-19 0,2.000 0.000 0 16,-2.000 1.000-3-16,-2.000-1.000-10 0,1.000 0.000 11 0,-3.000 2.000-9 16,-2.000-1.000 11-16,2.000 2.000 0 0,-3.000-3.000-3 15,3.000 1.000 3-15,-3.000 0.000 0 0,2.000-1.000 1 16,1.000 0.000-1-16,0.000 0.000-2 0,0.000 0.000 2 16,1.000-4.000 12-16,2.000 0.000 1 0,-3.000-2.000-13 15,3.000 1.000 3-15,-5.000 2.000-3 0,1.000-1.000 0 16,-2.000 1.000-16-16,-4.000 3.000 1 0,0.000 0.000 12 15,-1.000 0.000-1-15,0.000 0.000-11 0,0.000 0.000 12 0,0.000 3.000-10 16,-2.000-2.000 11-16,2.000 4.000 2 0,0.000-1.000-12 16,1.000-1.000 12-16,0.000 2.000 1 0,5.000 1.000-1 15,0.000-1.000 19-15,4.000 1.000 8 0,1.000-3.000-26 16,4.000-1.000 0-16,0.000 0.000 30 0,-1.000-2.000-29 16,1.000 0.000-2-16,-1.000 0.000-1 0,-1.000 0.000 1 15,-1.000 0.000-1-15,-2.000 0.000 0 0,-1.000 0.000-3 0,1.000 0.000-11 16,-3.000 0.000-1-16,2.000 0.000 13 0,-3.000 0.000 1 15,-1.000 0.000-1-15,0.000 0.000-12 0,1.000 0.000 15 16,0.000 0.000-2-16,-1.000-2.000-1 0,2.000 0.000 3 16,-1.000 2.000 3-16,1.000-2.000-3 0,-2.000 2.000 0 15,1.000-1.000-3-15,-2.000 1.000 2 0,1.000 0.000 1 0,-1.000 0.000-3 16,-1.000 1.000-9-16,0.000 1.000 12 0,0.000 2.000 0 16,-1.000-2.000 19-16,1.000 1.000-18 0,-3.000 3.000 1 15,3.000-3.000-1-15,0.000 1.000 2 0,1.000 1.000 15 16,0.000-3.000-14-16,2.000 2.000-2 0,1.000-3.000 15 15,1.000 1.000-17-15,5.000-2.000-1 0,-2.000 0.000 1 16,4.000 0.000 0-16,0.000 0.000 0 0,2.000 0.000 0 16,-2.000-2.000 12-16,3.000-2.000-9 0,-3.000 0.000-3 15,1.000-2.000 15-15,-1.000 0.000-9 0,-3.000-2.000 14 16,-1.000 3.000-20-16,-1.000 1.000-3 0,-3.000-2.000 2 16,-1.000 5.000 1-16,0.000-3.000 1 0,-2.000 0.000-1 15,-2.000 2.000 0-15,0.000 1.000 0 0,2.000-4.000 3 0,-2.000 4.000 9 16,0.000-3.000-12-16,-1.000 3.000-2 0,4.000-2.000-10 15,-3.000-1.000-16-15,2.000-1.000-87 0,-2.000-1.000-145 16,-1.000 0.000-277-16,-6.000-9.000-1061 0</inkml:trace>
  <inkml:trace contextRef="#ctx0" brushRef="#br0">19498.000 2998.000 2014 0,'0.000'0.000'669'15,"0.000"0.000"-440"-15,0.000 0.000-168 0,0.000 0.000 9 16,0.000 0.000 93-16,0.000 0.000 19 0,0.000 0.000-77 16,0.000 0.000-45-16,0.000 0.000 32 0,0.000 0.000-19 0,0.000 0.000 12 15,48.000 65.000-19-15,-37.000-45.000-9 0,0.000 4.000 5 16,0.000 0.000-15-16,-2.000 5.000-17 0,-1.000-1.000 1 15,2.000 1.000-6-15,-4.000 0.000 34 0,-2.000-1.000-37 16,1.000-2.000-22-16,-2.000-4.000 1 0,-2.000-3.000-3 16,-1.000-2.000 11-16,0.000-4.000-9 0,0.000-2.000 1 15,0.000-2.000 2-15,-3.000-1.000-3 0,-3.000-1.000-18 16,-2.000-1.000-79-16,-2.000-1.000-64 0,-2.000-1.000-87 16,-5.000-4.000-92-16,4.000 0.000-265 0,-13.000-14.000-909 0</inkml:trace>
  <inkml:trace contextRef="#ctx0" brushRef="#br0">19494.000 3057.000 326 0,'0.000'0.000'532'0,"0.000"0.000"-353"0,0.000 0.000-153 16,0.000 0.000 19-16,0.000 0.000 545 0,0.000 0.000-178 15,0.000 0.000-179-15,0.000 0.000-116 0,0.000 0.000-50 16,0.000 0.000 17-16,0.000 0.000 29 0,1.000 0.000-13 16,1.000 0.000-26-16,-1.000 0.000-29 0,-1.000 0.000-10 15,0.000 0.000 10-15,0.000 0.000 16 0,0.000 0.000-3 0,0.000 0.000-11 16,0.000 0.000-15-16,0.000 0.000-16 0,0.000 0.000-12 16,0.000 0.000 15-16,-3.000 1.000 0 0,1.000 5.000 26 15,-3.000 5.000 25-15,-1.000 3.000 22 0,-6.000 8.000-13 16,-2.000 6.000-3-16,-3.000 4.000-13 0,-2.000 2.000 0 15,2.000-1.000 16-15,-3.000-1.000-19 0,3.000-1.000-26 0,0.000-2.000-5 16,0.000-4.000 21-16,0.000 1.000-19 0,1.000-1.000-2 16,-1.000-1.000-26-16,3.000-1.000 11 0,-2.000-2.000-14 15,4.000-3.000 0-15,0.000-1.000 0 0,1.000-6.000-3 16,5.000-1.000 1-16,1.000-5.000-11 0,3.000-1.000-2 16,2.000-2.000-12-16,0.000-2.000-38 0,0.000 0.000-26 15,0.000 0.000-26-15,0.000 0.000-44 0,0.000-3.000-68 16,-1.000-5.000-167-16,1.000-2.000-223 0,0.000 1.000-385 15,0.000-8.000-68-15</inkml:trace>
  <inkml:trace contextRef="#ctx0" brushRef="#br0">19284.000 3336.000 919 0,'0.000'0.000'144'0,"0.000"0.000"224"15,0.000 0.000 113-15,0.000 0.000-137 0,0.000 0.000-44 16,0.000 0.000-64-16,0.000 0.000-47 0,0.000 0.000-32 15,0.000 0.000-35-15,0.000 0.000-14 0,0.000 0.000-22 0,88.000 4.000-7 16,-68.000-4.000-12-16,1.000 0.000 18 0,2.000 0.000-12 16,-3.000-3.000-73-16,-5.000 1.000-85 0,-2.000 1.000 40 15,-6.000 1.000 45-15,-3.000 0.000 2 0,-1.000 0.000 11 16,-1.000 0.000-12-16,-1.000 0.000 2 0,-1.000 0.000 26 16,0.000 0.000 9-16,0.000 0.000 41 0,0.000 0.000-10 0,0.000 0.000-22 15,0.000 0.000-22-15,0.000 0.000-9 0,0.000 0.000-13 16,0.000 0.000-3-16,0.000 0.000-2 0,0.000 0.000-30 15,0.000 0.000 4-15,0.000 0.000 3 0,0.000 0.000 6 16,0.000 0.000-3-16,0.000 0.000-44 0,0.000 0.000-38 16,0.000 0.000-26-16,0.000 0.000-96 0,3.000 0.000-123 15,0.000 1.000-186-15,1.000 0.000-32 0,0.000 0.000-534 0,-18.000-4.000 354 16</inkml:trace>
  <inkml:trace contextRef="#ctx0" brushRef="#br0">27889.000 3016.000 310 0,'0.000'0.000'388'0,"0.000"0.000"-186"0,0.000 0.000-130 16,0.000 0.000-56-16,0.000 0.000 0 0,0.000 0.000 4 16,0.000 0.000 25-16,0.000 0.000-22 0,0.000 0.000 596 0,7.000-2.000-311 15,-7.000 2.000-172-15,0.000 0.000-64 0,0.000 0.000 28 16,1.000 0.000 52-16,-1.000 0.000 3 0,0.000 0.000-42 15,0.000 0.000-52-15,0.000 0.000 19 0,0.000-1.000-35 16,0.000 1.000-16-16,0.000 0.000-10 0,0.000 0.000-17 16,0.000 0.000 2-16,0.000 0.000-2 0,0.000 0.000 14 0,0.000 0.000 10 15,0.000 0.000 9-15,0.000 0.000 13 0,0.000 0.000 16 16,0.000 0.000 6-16,0.000 0.000-3 0,0.000 0.000-13 16,0.000 0.000-19-16,0.000 0.000-9 0,0.000 0.000-12 15,0.000 0.000-14-15,0.000 0.000-1 0,0.000 0.000-21 16,0.000 1.000-10-16,0.000 1.000-9 0,-1.000 2.000-13 15,-1.000 3.000 54-15,-2.000 6.000 29 0,-1.000 4.000 25 16,-3.000 4.000-23-16,2.000 2.000-12 0,-2.000 2.000 13 16,-1.000 1.000 3-16,1.000 0.000 0 0,0.000 1.000 9 15,-1.000-1.000-40-15,-2.000 0.000 27 0,2.000 2.000 4 16,1.000-1.000 16-16,-2.000-2.000-29 0,1.000 1.000 3 0,0.000-1.000 10 16,-2.000-1.000 9-16,2.000-1.000-3 0,1.000-1.000-19 15,0.000-3.000 9-15,1.000-3.000-18 0,4.000-3.000 2 16,1.000-2.000-2-16,-1.000-6.000-10 0,1.000-1.000 10 15,1.000-2.000-1-15,1.000-1.000-9 0,0.000-1.000 13 16,0.000 0.000-3-16,0.000 0.000-1 0,0.000 0.000 1 0,0.000 0.000 0 16,0.000 0.000 3-16,0.000 0.000-2 0,0.000 0.000-14 15,0.000 0.000-41-15,0.000 0.000-35 0,0.000 0.000-33 16,0.000-1.000-49-16,0.000-6.000-80 0,3.000-4.000-144 16,4.000-9.000-631-16,0.000 2.000-301 0,6.000-15.000 562 0</inkml:trace>
  <inkml:trace contextRef="#ctx0" brushRef="#br0">27905.000 3018.000 1665 0,'0.000'0.000'309'15,"0.000"0.000"-225"-15,0.000 0.000 20 0,0.000 0.000 93 0,0.000 0.000 4 16,0.000 0.000 5-16,0.000 0.000-36 0,0.000 0.000-70 15,0.000 0.000-52-15,0.000 0.000-32 0,0.000 0.000 29 16,28.000-28.000 12-16,-19.000 24.000 23 0,4.000 3.000 0 16,2.000-3.000-1-16,2.000 1.000-12 0,2.000 2.000 3 15,2.000-1.000 6-15,1.000 1.000-10 0,0.000 0.000-19 16,-2.000 1.000-12-16,0.000 0.000-17 0,-1.000 0.000-18 16,-4.000 0.000 0-16,1.000 0.000 3 0,0.000 0.000 11 15,-3.000 0.000-12-15,0.000 0.000-4 0,-3.000 1.000 2 16,-1.000 3.000-13-16,-2.000-2.000 0 0,-1.000 0.000-18 15,-4.000 2.000-7-15,1.000 0.000 16 0,0.000 0.000-9 0,-3.000 1.000 31 16,0.000 2.000 0-16,0.000 4.000 31 0,-6.000 4.000 26 16,-6.000 3.000 28-16,-1.000 3.000-44 0,-7.000 1.000-26 15,1.000-3.000-11-15,-1.000-1.000-1 0,-3.000-2.000 0 16,1.000 0.000 16-16,-1.000 0.000-7 0,-2.000 1.000-12 16,-1.000-1.000-11-16,3.000 0.000 10 0,-1.000 1.000-1 0,1.000-5.000-2 15,1.000 2.000 4-15,5.000-2.000-25 0,0.000-1.000 3 16,6.000-5.000 0-16,3.000-1.000 10 0,-1.000-2.000 11 15,6.000 1.000 1-15,0.000-4.000 3 0,0.000 1.000 16 16,2.000-1.000-7-16,-2.000 0.000 1 0,0.000 0.000-12 16,-1.000 0.000 2-16,-2.000 0.000 0 0,1.000 0.000-1 15,0.000 0.000 1-15,-1.000 0.000-3 0,0.000 0.000-3 16,1.000 0.000-16-16,-4.000-1.000 4 0,3.000-1.000-7 0,1.000 2.000 9 16,-1.000-2.000-12-16,1.000 2.000 9 0,-2.000-1.000 4 15,3.000 1.000-7-15,0.000 0.000 6 0,1.000 0.000-12 16,0.000 0.000 9-16,1.000 0.000 14 0,2.000 0.000 2 15,0.000 0.000 2-15,-1.000 0.000-1 0,1.000 0.000-1 16,0.000 0.000 0-16,0.000 0.000-19 0,0.000 0.000-12 16,0.000 0.000-7-16,0.000 0.000 9 0,0.000 0.000 4 15,0.000 0.000-10-15,3.000 0.000-3 0,1.000-1.000 19 16,5.000 1.000 19-16,4.000 0.000 51 0,1.000-1.000-4 0,2.000 1.000-31 16,2.000-1.000 19-16,-1.000-1.000-35 0,0.000 2.000-13 15,2.000 0.000 12-15,2.000 0.000 1 0,0.000 0.000 0 16,2.000 2.000-13-16,0.000-1.000-6 0,2.000 1.000 16 15,0.000 1.000 2-15,0.000 1.000-15 0,-1.000-1.000 1 16,-2.000 0.000-4-16,1.000 2.000 0 0,-6.000 2.000-10 0,0.000-1.000 0 16,-1.000 3.000 7-16,-3.000 0.000-7 0,-3.000 2.000 10 15,0.000 0.000 16-15,-4.000 2.000 3 0,1.000 3.000 12 16,-4.000-3.000 23-16,-1.000 5.000 3 0,-2.000-2.000-9 16,0.000 2.000 9-16,-2.000-1.000-16 0,-6.000 0.000 6 15,-1.000-1.000 4-15,-3.000 0.000-4 0,0.000-2.000 4 16,-5.000 1.000-3-16,-3.000-1.000-7 0,0.000-2.000 31 15,-6.000 1.000-6-15,-3.000-1.000 1 0,-4.000-1.000 5 16,-2.000 1.000 10-16,-2.000-4.000 13 0,1.000-1.000-4 16,-1.000-1.000 6-16,1.000-3.000 0 0,-1.000-3.000 8 0,4.000 0.000-2 15,-2.000 0.000 21-15,4.000 0.000-25 16,4.000-5.000-21-16,2.000 1.000 5 0,4.000 0.000-39 0,8.000 1.000 21 16,1.000-2.000-15-16,4.000 3.000-1 0,5.000 1.000-8 15,1.000 1.000-7-15,1.000 0.000-15 0,1.000-2.000 0 0,0.000 0.000-61 16,0.000-3.000-56-16,0.000-6.000-105 0,0.000 2.000-430 15,-5.000-28.000-1383-15</inkml:trace>
  <inkml:trace contextRef="#ctx0" brushRef="#br0">5061.000 14298.000 684 0,'0.000'0.000'554'16,"0.000"0.000"-405"-16,0.000 0.000-57 0,0.000 0.000-24 15,0.000 0.000-10-15,0.000 0.000-15 0,0.000 0.000 116 16,0.000 0.000 269-16,0.000 0.000-240 0,0.000 0.000-114 0,-1.000 17.000-25 16,1.000-17.000 9-16,0.000 0.000 13 0,0.000 3.000 25 15,0.000-3.000-2-15,0.000 0.000-33 0,-2.000 0.000-26 16,1.000 0.000 3-16,-1.000 1.000-5 0,-1.000 0.000-8 15,0.000 1.000-2-15,-1.000 1.000-23 0,0.000-1.000 0 16,-3.000 1.000-2-16,2.000 3.000 0 0,-2.000-3.000 2 16,0.000 2.000 0-16,-1.000-1.000 29 0,0.000 3.000-3 15,2.000 0.000 3-15,-1.000-1.000-1 0,1.000-2.000-25 16,2.000 0.000-3-16,-3.000 0.000 22 0,4.000-1.000 16 16,-2.000 0.000-6-16,3.000-3.000-6 0,-1.000 1.000-10 15,1.000 1.000-16-15,1.000-2.000 2 0,-1.000 1.000-1 0,1.000-1.000-1 16,1.000 0.000-1-16,0.000 1.000-2 15,-2.000 1.000-1-15,2.000-2.000-8 0,0.000 1.000 12 0,-3.000 2.000 0 16,2.000-2.000 1-16,-3.000 4.000 1 0,1.000 0.000 36 0,-1.000 2.000-16 16,-1.000 0.000-3-16,-1.000 2.000-18 15,1.000-1.000 3-15,-2.000 1.000 8 0,1.000 0.000 1 0,0.000 0.000 0 16,0.000-1.000 0-16,-1.000 1.000 2 0,0.000-3.000 1 16,3.000 3.000 7-16,-2.000-1.000-11 0,0.000 0.000-12 15,0.000-2.000 1-15,-2.000 2.000-1 0,2.000 0.000-2 16,0.000-1.000 2-16,0.000 3.000-2 0,2.000 2.000-10 15,-3.000 0.000 12-15,3.000 1.000 16 0,1.000 1.000 19 16,-2.000 1.000-6-16,2.000 2.000-26 0,0.000-3.000 16 16,2.000 2.000 3-16,-2.000-1.000-9 0,3.000 1.000 2 15,-1.000-1.000 14-15,1.000 2.000 6 0,0.000-1.000-1 16,0.000 2.000 4-16,0.000-2.000-35 0,0.000-2.000 0 0,0.000 0.000 16 16,0.000 0.000-18-16,0.000 1.000 12 0,0.000 0.000 15 15,1.000 2.000-2-15,2.000-2.000 11 0,0.000-1.000-8 16,-2.000 1.000-27-16,4.000-2.000 16 0,-2.000-1.000 7 15,1.000-1.000 13-15,1.000 3.000-2 0,1.000-1.000-24 0,2.000-1.000 1 16,-3.000-1.000-10-16,3.000-1.000-1 0,-1.000-2.000-2 16,-2.000 1.000-2-16,3.000 2.000 0 0,-1.000-4.000 0 15,0.000 4.000 0-15,3.000-3.000 2 0,-3.000 2.000-2 16,4.000 0.000-18-16,0.000-2.000 20 0,-1.000 2.000 0 16,3.000-2.000 0-16,0.000 2.000-1 0,-1.000-1.000 1 15,0.000 0.000-2-15,0.000-1.000 0 0,1.000 2.000-12 16,0.000-3.000 14-16,0.000 2.000 3 0,1.000-1.000 39 15,0.000 0.000-9-15,0.000-2.000-33 0,-4.000-1.000-3 16,4.000 0.000-6-16,-1.000 0.000 9 0,-1.000-2.000 3 16,1.000 0.000-3-16,0.000 0.000-24 0,2.000 0.000 13 0,2.000-2.000 11 15,0.000 2.000 3-15,-1.000 0.000 10 0,2.000-2.000-11 16,0.000 1.000 1-16,2.000 0.000-2 0,0.000 0.000 0 16,-1.000 1.000 2-16,1.000-1.000-1 0,3.000-1.000 11 15,-3.000 1.000-11-15,3.000 0.000 20 0,0.000-1.000-20 0,0.000-1.000 20 16,-1.000 0.000-10-16,3.000 0.000-11 15,-1.000 0.000 2-15,3.000 0.000 22 0,-1.000 0.000-12 0,0.000-3.000-11 16,-1.000 0.000-1-16,4.000-1.000 10 0,-2.000-1.000 14 16,2.000 2.000-22-16,-2.000-3.000 19 0,2.000 1.000-19 15,0.000 0.000 13-15,-1.000-1.000-16 0,1.000-1.000-1 16,0.000 2.000 1-16,-2.000-1.000 1 0,0.000 1.000-1 16,0.000-1.000-11-16,-3.000 1.000 8 0,1.000 0.000 3 15,-1.000 0.000-1-15,-3.000-1.000-21 0,-1.000-3.000 19 16,-2.000 1.000 1-16,0.000-2.000-10 0,-2.000 1.000-13 15,-3.000-3.000-6-15,1.000 0.000 15 0,-4.000-1.000 16 0,0.000-3.000 13 16,2.000-1.000-13-16,-5.000-2.000 0 0,3.000-2.000 0 16,-4.000 0.000 3-16,2.000 0.000-3 0,-2.000-1.000-1 15,0.000-1.000-2-15,-2.000 0.000 3 0,1.000 2.000 15 16,-1.000-2.000-15-16,0.000 1.000-3 0,-1.000 1.000-11 16,0.000 0.000 14-16,0.000 2.000 3 0,-2.000-1.000-2 15,2.000-1.000 1-15,-1.000 2.000 10 0,-2.000-1.000-10 0,0.000 0.000 11 16,0.000 0.000-12-16,0.000 2.000 21 0,-3.000 0.000-19 15,-3.000 1.000 25-15,-4.000 2.000 3 0,1.000 0.000 0 16,-1.000-1.000-13-16,-4.000 1.000 13 0,1.000 1.000 0 16,-4.000-2.000-28-16,-1.000 1.000 34 0,0.000 2.000-36 15,-3.000-1.000 0-15,0.000 2.000 36 0,-4.000 0.000-22 16,2.000 2.000-12-16,0.000-3.000 47 0,-3.000 3.000-29 16,2.000 0.000 23-16,-2.000-1.000-20 0,-2.000 4.000-11 0,1.000-1.000 17 15,0.000 2.000-2-15,-4.000 1.000-12 0,4.000 1.000-13 16,-4.000 1.000 19-16,1.000 3.000-10 0,0.000 0.000 10 15,1.000 0.000 2-15,-1.000 3.000-4 0,-2.000 2.000-20 16,0.000 2.000-12-16,-2.000 3.000 12 0,3.000 0.000 12 16,-4.000-1.000-9-16,5.000 6.000 25 0,-2.000-3.000-7 15,3.000 2.000-3-15,3.000-1.000 3 0,-2.000 1.000-21 16,3.000-1.000 0-16,0.000 0.000 0 0,4.000 0.000 0 0,0.000-2.000-2 16,1.000 0.000-1-16,0.000-1.000-25 0,3.000-1.000-15 15,-2.000-2.000 41-15,3.000 1.000-13 0,-1.000-1.000-25 16,2.000-1.000-34-16,-3.000 1.000-9 0,-1.000 1.000-62 15,2.000-2.000 61-15,0.000 0.000 54 0,2.000 0.000 29 0,4.000-3.000-60 16,2.000 0.000-60-16,3.000-1.000-36 0,0.000-1.000-28 16,3.000-1.000-61-16,2.000 0.000-136 0,1.000 0.000-209 15,0.000 0.000-510-15,4.000-9.000-317 0</inkml:trace>
  <inkml:trace contextRef="#ctx0" brushRef="#br0">5485.000 14351.000 225 0,'0.000'0.000'743'0,"0.000"0.000"-404"0,0.000 0.000-176 16,0.000 0.000-10-16,0.000 0.000 22 0,0.000 0.000 43 15,0.000 0.000 15-15,0.000 0.000-48 0,0.000 0.000-59 16,0.000 0.000-17-16,0.000 0.000-2 0,0.000-3.000-8 15,0.000 3.000-12-15,0.000 0.000-26 0,0.000 0.000-16 0,0.000 0.000-23 16,0.000 0.000-6-16,0.000 0.000-15 0,1.000 0.000 15 16,2.000 0.000 0-16,0.000-3.000-3 0,5.000-3.000 16 15,1.000-6.000 28-15,6.000-3.000 4 0,0.000-4.000 0 16,4.000-5.000-10-16,1.000-2.000-20 0,2.000 1.000-29 16,1.000-2.000 18-16,0.000 2.000-5 0,2.000-1.000-12 15,-1.000 1.000 0-15,-1.000 0.000-1 0,2.000 3.000 14 0,-2.000-2.000-16 16,0.000 5.000 12-16,-3.000 2.000-8 0,-3.000 2.000-2 15,0.000 2.000 14-15,-6.000 2.000-15 0,-1.000 4.000 18 16,-3.000-2.000 6-16,-3.000 6.000-12 0,-1.000 0.000-1 16,0.000 2.000 4-16,-2.000 1.000 0 0,-1.000 0.000 9 15,0.000-1.000-9-15,0.000 1.000-3 0,0.000 0.000-10 16,0.000 0.000-3-16,0.000 0.000-79 0,0.000-1.000-99 16,0.000-1.000-64-16,-4.000-1.000-53 0,0.000-2.000-159 15,-1.000 1.000-652-15</inkml:trace>
  <inkml:trace contextRef="#ctx0" brushRef="#br0">5712.000 13947.000 346 0,'0.000'0.000'1736'16,"0.000"0.000"-1490"-16,0.000 0.000-81 0,0.000 0.000 35 0,0.000 0.000 38 16,0.000 0.000 2-16,0.000 0.000-29 0,0.000 0.000-71 15,0.000 0.000-93-15,0.000 0.000-44 0,-13.000 1.000 10 16,15.000-1.000-11-16,-1.000 0.000-2 0,4.000 0.000-11 15,0.000-2.000 10-15,5.000 0.000 1 0,2.000-3.000 47 16,2.000-2.000 10-16,1.000-1.000-3 0,3.000 0.000-4 16,0.000 0.000-12-16,0.000-2.000-19 0,2.000 2.000-16 15,-1.000 0.000 0-15,0.000-1.000 0 0,-1.000 0.000-3 16,-1.000 2.000-1-16,-1.000 2.000-1 0,-2.000 0.000 1 16,-2.000 1.000 1-16,-1.000 0.000 1 0,-2.000 2.000 0 0,-2.000-1.000 0 15,-1.000 1.000 0-15,-2.000 0.000-1 16,2.000 1.000 0-16,-5.000-1.000 0 0,2.000 2.000 0 0,0.000 0.000-1 15,-2.000-1.000-1-15,1.000 1.000 1 0,-1.000 0.000 1 16,-1.000 0.000 0-16,0.000 0.000 2 0,0.000 0.000 14 0,0.000 0.000 3 16,0.000 0.000 3-16,0.000 0.000 0 0,0.000 0.000 0 15,0.000 0.000 15-15,0.000 0.000 40 0,0.000 0.000 13 16,0.000 1.000-6-16,0.000-1.000-25 0,0.000 2.000-28 16,0.000-1.000-6-16,0.000 1.000-3 0,0.000-1.000-3 15,-1.000 4.000 2-15,-2.000 0.000-5 0,1.000 5.000 2 16,-1.000 2.000 1-16,1.000 3.000-3 0,-5.000 3.000-1 15,-1.000 2.000-3-15,1.000 2.000-10 0,-2.000 1.000 11 16,-3.000 3.000-1-16,0.000-1.000-11 0,-1.000 1.000-1 16,3.000 0.000 0-16,0.000-3.000 0 0,-2.000-3.000 0 15,7.000-4.000-2-15,0.000-7.000-10 0,4.000-4.000-13 16,1.000-5.000-37-16,0.000 0.000-202 0,3.000-5.000-186 0,4.000-8.000-176 16,3.000 1.000-37-16,-1.000-21.000-1064 0</inkml:trace>
  <inkml:trace contextRef="#ctx0" brushRef="#br0">6416.000 13485.000 1091 0,'0.000'0.000'612'0,"0.000"0.000"-450"16,0.000 0.000-80-16,0.000 0.000 70 0,0.000 0.000 46 16,0.000 0.000 9-16,0.000 0.000-27 0,0.000 0.000-73 0,0.000 0.000-77 15,0.000 0.000-30-15,0.000 0.000-49 0,-12.000-8.000-25 16,12.000 6.000-26-16,0.000-1.000-13 0,0.000 2.000-26 15,0.000-1.000-6-15,0.000 1.000-4 0,0.000-2.000 32 16,0.000 2.000 16-16,0.000-2.000 20 0,0.000 0.000 29 0,0.000-1.000-16 16,0.000 2.000-30-16,0.000-3.000-16 15,0.000 1.000 33-15,1.000-1.000 38 0,1.000 1.000 4 0,-2.000-1.000 0 16,3.000 1.000 39-16,-2.000 0.000 21 0,-1.000 1.000 83 16,0.000 3.000 49-16,0.000-2.000 39 0,0.000 2.000 32 15,0.000 0.000-23-15,0.000 0.000-10 0,0.000 0.000 10 16,0.000 0.000 25-16,0.000 2.000 21 0,0.000 3.000-39 15,0.000-1.000-42-15,0.000-1.000-29 0,0.000 0.000-17 16,0.000-1.000-28-16,0.000 2.000-32 0,0.000 2.000 0 16,0.000 2.000-13-16,-1.000 7.000-22 0,-2.000 4.000 19 15,0.000 5.000 22-15,0.000 3.000 26 0,0.000 3.000 5 16,0.000 0.000-19-16,0.000 4.000-7 0,-2.000-1.000-9 0,2.000 0.000-9 16,-1.000-1.000-13-16,1.000 0.000-9 0,-2.000-3.000-10 15,1.000-1.000-5-15,1.000-4.000-16 0,0.000-4.000 0 16,3.000-8.000-50-16,-1.000-3.000-27 0,1.000-5.000-41 15,0.000-2.000-41-15,0.000-2.000-39 0,0.000 0.000-25 0,0.000-3.000-49 16,0.000-4.000-143-16,0.000-4.000-93 0,1.000-5.000-176 16,2.000-3.000 69-16,0.000 3.000-69 0,-3.000-13.000 133 0</inkml:trace>
  <inkml:trace contextRef="#ctx0" brushRef="#br0">6368.000 13655.000 1155 0,'0.000'0.000'511'15,"0.000"0.000"-235"-15,0.000 0.000-165 0,0.000 0.000-24 16,0.000 0.000-16-16,0.000 0.000 43 0,0.000-65.000-1 15,3.000 54.000 3-15,0.000 4.000 4 0,0.000 0.000 5 16,0.000 3.000 17-16,-2.000 2.000-8 0,-1.000 2.000-25 16,3.000 0.000-10-16,-3.000 0.000 3 0,0.000 0.000 3 15,1.000 0.000-7-15,1.000 1.000-15 0,-2.000 1.000-14 16,0.000 1.000-28-16,0.000-2.000-40 0,1.000-1.000-1 0,3.000 2.000-31 16,-2.000-2.000 3-16,2.000 0.000 28 0,1.000 0.000 13 15,-1.000 0.000-10-15,2.000 0.000 0 0,0.000-2.000 9 0,-1.000 0.000-12 16,2.000-1.000-19-16,-2.000-1.000-29 0,-2.000 2.000-15 15,1.000-2.000-3-15,-3.000 1.000-7 0,1.000 1.000 25 16,-2.000 1.000 16-16,0.000-1.000 30 0,0.000 2.000 2 16,0.000 0.000 2-16,0.000 0.000 24 0,0.000 0.000-1 15,0.000-1.000-3-15,0.000 1.000-20 0,0.000-1.000-2 16,0.000-2.000-12-16,1.000 0.000-1 0,1.000-3.000-25 16,3.000-4.000 12-16,-2.000-3.000-31 0,3.000-4.000-80 15,0.000-2.000-94-15,1.000 0.000-39 0,2.000 2.000-4 16,-4.000 4.000 31-16,1.000 3.000 55 0,-3.000 4.000 87 15,0.000 3.000 101-15,-3.000 3.000 0 0,2.000 0.000 172 0,-2.000 1.000 130 16,0.000 3.000-5-16,0.000 1.000-40 0,0.000-1.000-42 16,0.000-2.000-62-16,-2.000-2.000-48 0,2.000 3.000-25 15,-1.000-2.000-20-15,1.000 2.000-12 0,0.000-1.000-7 16,0.000-2.000 0-16,0.000 2.000 7 0,0.000-2.000-1 16,0.000 0.000-6-16,0.000 1.000-10 0,0.000-1.000-9 0,0.000 0.000 0 15,0.000 0.000 4-15,0.000 0.000-8 0,0.000 0.000-5 16,0.000 0.000-10-16,0.000 0.000 13 0,0.000 0.000-13 15,0.000 0.000-1-15,0.000 3.000 0 0,0.000-1.000 0 16,1.000 2.000 14-16,2.000 3.000 15 0,0.000 1.000 20 16,4.000 6.000-7-16,-1.000 0.000-6 0,-2.000 4.000 5 15,3.000 0.000 7-15,-1.000 3.000-9 0,1.000 1.000-1 16,-1.000 1.000-9-16,0.000 1.000-3 0,0.000-2.000 0 16,-2.000 0.000-3-16,3.000 1.000-7 0,-1.000-4.000-2 15,0.000-2.000 9-15,-2.000-3.000-23 0,0.000-2.000 0 0,1.000-1.000 1 16,-2.000-1.000 12-16,-2.000-2.000-3 0,1.000-3.000-9 15,0.000 0.000 0-15,-2.000-1.000 0 0,0.000 1.000-1 16,0.000 0.000 1-16,1.000 2.000 0 0,1.000-1.000 0 16,-2.000 5.000 12-16,0.000-4.000-12 0,0.000 2.000-1 15,0.000-1.000 1-15,0.000-1.000 0 0,0.000-2.000-1 16,0.000-3.000 0-16,0.000-1.000-2 0,0.000-1.000 0 0,1.000 0.000-16 16,-1.000 0.000 13-16,2.000 0.000-9 0,-1.000 0.000 0 15,-1.000-1.000-16-15,0.000-3.000-15 0,0.000-1.000-10 16,0.000-1.000 6-16,0.000-2.000-2 0,2.000-2.000-10 15,1.000-6.000 21-15,0.000-2.000 10 0,0.000-2.000-6 16,1.000-5.000-32-16,0.000 1.000-41 0,3.000-2.000-10 16,-2.000 0.000-15-16,-1.000 1.000 9 0,2.000-1.000 9 15,-2.000 0.000-4-15,1.000 1.000 6 0,0.000 4.000 23 16,-2.000 0.000 32-16,1.000 4.000 28 0,-1.000 3.000 29 0,-1.000 4.000 15 16,-1.000 2.000 10-16,1.000 5.000 17 0,-2.000 0.000 25 15,0.000 2.000 16-15,0.000 1.000 16 0,1.000 0.000-17 16,-1.000 0.000-45-16,0.000 0.000-37 0,2.000-3.000-35 15,-1.000 0.000-25-15,3.000-3.000 19 0,5.000-3.000 25 16,-2.000-4.000 3-16,5.000-1.000 12 0,-1.000-2.000-2 16,1.000 1.000-16-16,-2.000 1.000-7 0,1.000 4.000-6 15,-4.000 1.000 0-15,-1.000 5.000 20 0,-1.000 1.000 10 16,-2.000 2.000-1-16,-2.000 1.000 3 0,-1.000 0.000 51 0,0.000 1.000 45 16,0.000 4.000 2-16,0.000-4.000-25 0,0.000 0.000-16 15,0.000 2.000 0-15,0.000-1.000 16 0,0.000-2.000-7 16,0.000 1.000-22-16,0.000 2.000-12 0,0.000-2.000-7 0,0.000 1.000-6 15,2.000 2.000 12-15,-1.000 1.000 13 0,3.000 2.000 10 16,-1.000 2.000 6-16,0.000 2.000-20 0,0.000 4.000-2 16,0.000 0.000 18-16,0.000 5.000 3 0,-1.000 1.000 6 15,0.000 4.000-9-15,2.000 2.000-3 0,-4.000 1.000-7 16,3.000 1.000-9-16,-1.000 1.000 0 0,0.000-1.000 15 16,1.000-3.000-15-16,-1.000 2.000 9 0,0.000-3.000-6 15,0.000-3.000-12-15,1.000-1.000 3 0,1.000-3.000-1 16,-2.000-4.000-8-16,1.000-2.000-19 0,0.000-4.000-3 15,-2.000-3.000-2-15,1.000-3.000 0 0,-1.000-2.000-17 16,-1.000 0.000-5-16,0.000 0.000-10 0,0.000 0.000-9 0,0.000 0.000-21 16,0.000 0.000-32-16,0.000-2.000-37 0,0.000-2.000-31 15,0.000-2.000-73-15,0.000-1.000-160 0,4.000-4.000-102 16,-1.000-3.000-105-16,0.000 3.000-193 0,3.000-10.000-431 0</inkml:trace>
  <inkml:trace contextRef="#ctx0" brushRef="#br0">7071.000 13452.000 893 0,'0.000'0.000'603'16,"0.000"0.000"-424"-16,0.000 0.000-91 0,0.000 0.000 71 16,0.000 0.000-20-16,19.000-66.000-9 0,-19.000 59.000 32 15,0.000 1.000 12-15,0.000 4.000 33 0,0.000-1.000 15 0,0.000 3.000 5 16,0.000 0.000-1-16,-4.000 0.000-54 0,-1.000 3.000-27 15,-2.000 2.000-3-15,-1.000 1.000-32 0,-1.000-1.000-2 16,2.000 2.000-68-16,-4.000 1.000-12 0,2.000 2.000-26 16,-2.000 5.000 1-16,1.000 3.000 32 0,0.000 2.000 18 15,0.000 0.000 0-15,3.000 1.000-22 0,0.000-4.000-16 16,4.000-2.000-15-16,3.000-5.000-15 0,0.000-1.000-38 0,3.000 0.000-16 16,7.000-1.000 35-16,0.000 1.000 15 0,6.000-2.000-6 15,0.000-1.000-9-15,1.000-1.000 3 0,0.000-1.000-30 16,-1.000 0.000 11-16,0.000 1.000 50 0,1.000 0.000-11 15,-4.000 2.000 11-15,0.000-1.000 15 0,-1.000 1.000-14 16,-4.000 0.000 1-16,1.000 0.000 11 0,-3.000 1.000 12 16,-2.000-1.000 0-16,-1.000 0.000 10 0,-3.000 0.000 12 15,0.000 2.000 16-15,0.000 0.000 8 0,0.000 0.000-8 16,-2.000 1.000-17-16,-3.000 1.000 4 0,-1.000-2.000 6 16,-4.000 0.000-16-16,3.000 1.000 6 0,-2.000-2.000 4 0,-2.000-1.000-23 15,0.000 2.000-14-15,1.000-3.000-11 0,-1.000-1.000-2 16,1.000 2.000-1-16,-2.000-4.000-64 0,-1.000 3.000-46 15,3.000-1.000-63-15,1.000 0.000-44 0,0.000-3.000-60 16,3.000-2.000-54-16,3.000 0.000-134 0,3.000 0.000-328 16,0.000-7.000-683-16</inkml:trace>
  <inkml:trace contextRef="#ctx0" brushRef="#br0">7308.000 13361.000 1182 0,'0.000'0.000'1225'16,"0.000"0.000"-1022"-16,0.000 0.000-145 0,0.000 0.000-38 16,0.000 0.000 73-16,0.000 0.000 77 0,0.000 0.000 64 15,0.000 0.000 5-15,0.000 0.000-105 0,0.000 0.000-46 0,10.000-20.000 13 16,-10.000 25.000 22-16,-6.000 1.000 18 16,0.000 3.000-89-16,-1.000 1.000-52 0,-2.000 5.000-15 0,-4.000 4.000 15 15,3.000 3.000 35-15,-1.000-2.000 34 0,-1.000-2.000 12 16,5.000-6.000-6-16,4.000-2.000-50 0,2.000-7.000-25 15,1.000 2.000-62-15,0.000-4.000-26 0,3.000 0.000 20 16,5.000 2.000 30-16,4.000-1.000 16 0,2.000-1.000-10 0,5.000 1.000-46 16,0.000-2.000 24-16,2.000 0.000 20 15,2.000 0.000 5-15,-2.000 0.000 10 0,0.000 2.000 17 0,-1.000 1.000 0 16,-1.000 2.000 1-16,-2.000 3.000 1 0,-1.000 2.000 0 16,0.000 0.000 21-16,-1.000 2.000 36 0,-3.000 1.000 43 15,-1.000-1.000 14-15,-3.000 5.000-33 0,-2.000-1.000 0 16,-3.000 0.000 12-16,-3.000 1.000 3 0,0.000-1.000 25 15,0.000-1.000 24-15,-5.000 1.000 11 0,-5.000-2.000-39 16,3.000-2.000-35-16,-3.000 3.000-24 0,-3.000-2.000-24 16,0.000-2.000-31-16,-3.000-1.000-3 0,2.000-5.000-19 0,-5.000-1.000-85 15,0.000-4.000-92-15,-4.000-5.000-93 0,-3.000-12.000-297 16,6.000-1.000-722-16,-14.000-19.000-1317 0</inkml:trace>
  <inkml:trace contextRef="#ctx0" brushRef="#br0">12736.000 15443.000 564 0,'0.000'0.000'225'16,"0.000"0.000"-170"-16,0.000 0.000-41 0,0.000 0.000-1 16,0.000 0.000 9-16,0.000 0.000 21 0,0.000 0.000-43 15,0.000 0.000 0-15,0.000 0.000 0 0,0.000 0.000 3 0,6.000-30.000 36 16,-3.000 21.000 46-16,3.000 0.000-43 0,-2.000 0.000 36 16,2.000 0.000-26-16,-1.000 2.000-9 0,1.000 0.000 6 15,-3.000 2.000-17-15,2.000 1.000 4 0,-2.000-1.000-36 16,0.000 1.000-17-16,-1.000 0.000-19 0,1.000 0.000-29 0,0.000 1.000-56 15,1.000-2.000-55-15,1.000-1.000-29 0,-1.000-1.000 6 16,3.000 2.000 10-16,-2.000-2.000 49 0,-1.000-2.000 6 16,3.000 1.000 21-16</inkml:trace>
  <inkml:trace contextRef="#ctx0" brushRef="#br0">12845.000 15250.000 84 0,'0.000'0.000'257'0,"0.000"0.000"-41"0,0.000 0.000 48 16,0.000 0.000 74-16,0.000 0.000-136 0,0.000 0.000 39 15,0.000 0.000 42-15,0.000 0.000-49 0,0.000 0.000-53 16,4.000-11.000-29-16,-4.000 11.000-26 0,0.000 0.000-23 15,0.000 2.000-6-15,0.000-2.000 15 0,0.000 2.000-15 0,0.000-2.000-24 16,1.000 0.000-18-16,-1.000 1.000-14 0,0.000-1.000-2 16,0.000 0.000-10-16,0.000 0.000 2 0,0.000 0.000-2 15,0.000 1.000-6-15,0.000-1.000-7 0,2.000 0.000-14 16,-2.000 0.000 0-16,0.000 0.000-1 0,1.000 1.000-1 16,-1.000-1.000-1-16,3.000 1.000 0 0,3.000 1.000 1 0,-2.000 0.000 16 15,6.000 1.000 3-15,-1.000 0.000-7 16,4.000-1.000 7-16,0.000 2.000-6 0,3.000-2.000 0 0,0.000 3.000 28 15,1.000-2.000-25-15,2.000 1.000 6 0,1.000 1.000-6 16,0.000-1.000 3-16,-1.000-2.000-18 0,1.000 3.000 0 16,1.000-1.000 17-16,-2.000-2.000-18 0,1.000 0.000 1 15,0.000-2.000-1-15,-4.000 3.000 18 0,3.000-3.000-17 16,-4.000 0.000 11-16,0.000 0.000 1 0,0.000 0.000-13 16,-1.000-4.000 0-16,-2.000 1.000-13 0,-2.000-1.000 13 15,4.000-1.000 2-15,-2.000 0.000 20 0,1.000-1.000 4 16,-2.000-1.000-11-16,-2.000 1.000-11 0,2.000 1.000 8 15,0.000 1.000 4-15,-1.000 1.000-3 0,1.000 1.000 6 0,-1.000-1.000-17 16,-1.000 1.000 8-16,5.000 0.000-10 0,-1.000-2.000-1 16,0.000 3.000 1-16,0.000-1.000 14 0,3.000-1.000-14 15,-3.000-1.000-16-15,0.000 2.000 16 0,1.000 0.000 0 0,-2.000-3.000 1 16,4.000 1.000 1-16,-3.000 2.000 14 0,1.000-2.000 0 16,-1.000 1.000-16-16,4.000-2.000-2 0,-4.000 3.000 1 15,3.000-1.000 0-15,-1.000 2.000-19 0,-1.000 0.000 19 16,2.000-1.000-11-16,-1.000 2.000 12 0,-1.000 0.000-1 15,0.000 0.000 1-15,2.000 0.000 14 0,0.000 0.000-12 16,1.000 3.000 8-16,2.000 1.000 104 0,1.000-2.000-45 16,2.000 3.000-35-16,2.000-3.000-31 0,0.000-1.000 29 15,3.000-1.000-30-15,-1.000 0.000 23 0,1.000 0.000-23 16,0.000 0.000 37-16,1.000-2.000-27 0,-2.000-1.000-12 16,-1.000 0.000 1-16,-3.000 1.000 0 0,1.000 1.000-1 15,-3.000-1.000 14-15,-1.000 1.000-14 0,-2.000 0.000 0 0,-3.000 1.000 0 16,0.000 0.000-3-16,-4.000 0.000 0 0,0.000 0.000 2 15,0.000 0.000 1-15,0.000 0.000 0 0,-1.000 0.000 0 16,4.000 0.000-1-16,-2.000 0.000 1 0,5.000 0.000 2 16,-1.000 0.000 1-16,2.000 0.000 22 0,2.000 0.000 15 0,1.000-4.000-18 15,1.000-1.000-22-15,0.000-2.000 1 0,2.000-1.000-1 16,-2.000 0.000 0-16,0.000 1.000-12 0,0.000 0.000-7 16,-1.000 0.000 17-16,-2.000 2.000-17 0,0.000 2.000-6 15,1.000 1.000 22-15,-3.000 1.000 3 0,0.000 1.000 2 16,-2.000 0.000-2-16,3.000 1.000-12 0,-4.000 1.000 11 15,3.000 3.000-3-15,0.000-1.000 4 0,3.000 2.000 12 16,-2.000-1.000-11-16,3.000-2.000-2 0,-1.000 0.000 3 16,-2.000 0.000-2-16,3.000-1.000 0 0,-5.000-1.000 0 15,2.000 1.000 10-15,-2.000-1.000-10 0,0.000-1.000 0 16,0.000 0.000 20-16,1.000 1.000-7 0,-3.000-1.000-11 0,1.000 0.000-2 16,-2.000 0.000 0-16,-1.000 0.000 0 0,4.000 1.000 12 15,-2.000-1.000 19-15,2.000 0.000 22 0,1.000 0.000-31 16,0.000 0.000 12-16,0.000 0.000 25 0,1.000 0.000-6 15,-1.000 0.000-22-15,1.000 0.000 16 0,-3.000-2.000-17 0,0.000-1.000-29 16,-3.000 0.000-1-16,2.000 1.000 1 0,-1.000-3.000-1 16,-2.000 1.000-1-16,1.000-1.000-29 0,-2.000 0.000 5 15,0.000 0.000 24-15,-2.000 1.000-18 0,0.000 2.000-9 16,-3.000-2.000-21-16,-1.000 2.000-20 0,-1.000 1.000-8 16,-2.000 0.000-83-16,0.000-1.000-104 0,0.000-1.000-142 15,-2.000 0.000-373-15,-13.000-5.000-1318 0</inkml:trace>
  <inkml:trace contextRef="#ctx0" brushRef="#br0">5722.000 14625.000 101 0,'8.000'-78.000'176'0,"2.000"-16.000"-6"0,0.000-14.000-76 15,-2.000-7.000 1-15,0.000-4.000-66 0,-2.000-6.000-6 16,-1.000-3.000-23-16,1.000 0.000-20 0,0.000 7.000-45 16,-2.000 7.000 23-16,-1.000 12.000-69 0,0.000 16.000 95 15,-3.000 17.000 16-15,0.000 19.000 94 0,0.000 16.000 11 16,0.000 15.000 38-16,-6.000 12.000-58 0,0.000 7.000-66 16,-4.000 7.000 95-16,-4.000 10.000-97 0,-4.000 6.000-17 15,-3.000 8.000-30-15,-1.000 9.000-45 0,-1.000 8.000-110 16,4.000 9.000-37-16,-1.000 10.000-42 0,6.000-14.000 29 15</inkml:trace>
  <inkml:trace contextRef="#ctx0" brushRef="#br0">4447.000 16372.000 388 0,'0.000'0.000'346'0,"0.000"0.000"-263"16,0.000 0.000-82-16,0.000 0.000 37 15,0.000 0.000-5-15,0.000 0.000 16 0,0.000 0.000 0 0,0.000 0.000 625 16,0.000 0.000-405-16,0.000 0.000-217 0,0.000 0.000-32 16,8.000-10.000 61-16,-8.000 10.000 45 0,0.000 0.000 10 15,0.000-1.000-16-15,0.000 1.000-36 0,2.000 0.000-20 16,-2.000 0.000-2-16,0.000 0.000 9 0,0.000 0.000-7 0,0.000 0.000 0 16,0.000 0.000-3-16,0.000 0.000 0 0,0.000 0.000-3 15,0.000 0.000-7-15,0.000 0.000-3 0,0.000 0.000 0 16,0.000 0.000-3-16,1.000 0.000-7 0,-1.000 0.000-3 15,0.000 0.000-12-15,2.000 0.000-11 0,-2.000 0.000-10 16,1.000 0.000 0-16,1.000 0.000-2 0,2.000 2.000 0 16,2.000 3.000 30-16,1.000-1.000-14 0,5.000 3.000-3 15,-1.000 1.000 0-15,2.000-1.000-11 0,0.000 1.000 14 16,0.000 1.000-16-16,1.000 0.000 2 0,0.000 0.000-1 16,-2.000 0.000 2-16,0.000 0.000-3 0,1.000 0.000 1 15,-3.000-1.000 0-15,0.000 0.000-1 0,0.000-2.000 2 0,-1.000-1.000-3 16,-3.000 0.000 1-16,-1.000-2.000-1 0,0.000 0.000-2 15,-2.000-2.000-16-15,-1.000-1.000 3 0,1.000 0.000 3 16,-1.000 0.000 10-16,-1.000 0.000 3 0,2.000 0.000 0 16,1.000-3.000 22-16,1.000-1.000-9 0,-1.000-1.000 9 0,1.000 0.000 7 15,-3.000 0.000-16-15,4.000 1.000-1 0,-2.000-1.000-11 16,-1.000 1.000-1-16,0.000 0.000-3 0,0.000 2.000-22 16,0.000 0.000 6-16,0.000-1.000 0 0,1.000 3.000-4 15,0.000-2.000 4-15,1.000 1.000 19 0,2.000 1.000 23 16,-1.000-2.000 15-16,1.000 2.000 9 0,4.000-1.000-18 15,-2.000 1.000-16-15,0.000 0.000-11 0,5.000 0.000 17 16,-2.000 0.000-17-16,0.000 0.000-2 0,0.000 1.000 3 16,0.000 1.000 0-16,-1.000-1.000-1 0,-1.000 1.000 1 15,-1.000-2.000 1-15,-1.000 2.000-2 0,0.000-1.000-2 16,-2.000 2.000 2-16,-1.000-2.000-2 0,3.000 0.000-13 0,-1.000 1.000 10 16,-2.000-1.000 1-16,3.000-1.000 1 0,1.000 1.000 0 15,0.000-1.000-1-15,-1.000 0.000 2 0,2.000 0.000 2 16,3.000-4.000-2-16,-2.000-2.000-26 0,1.000-3.000 1 15,4.000-2.000 24-15,-5.000 0.000-1 0,2.000 1.000 2 0,-1.000-1.000 19 16,-4.000 2.000-19-16,2.000 0.000 0 0,-4.000 3.000-1 16,0.000 3.000-15-16,-3.000 0.000-3 0,1.000 3.000 6 15,-2.000-1.000 3-15,-1.000 1.000 10 0,1.000 0.000 54 16,0.000 0.000 15-16,1.000 0.000-21 0,0.000 0.000-7 16,3.000 1.000-19-16,0.000 0.000-9 0,1.000 1.000-1 15,4.000 1.000-10-15,-2.000 1.000-2 0,3.000-2.000-1 16,0.000 3.000 0-16,2.000-3.000 0 0,-2.000 0.000 0 15,0.000 0.000-1-15,1.000 0.000-14 0,-2.000-1.000 13 16,0.000 1.000 2-16,-1.000 1.000 1 0,1.000-2.000 3 16,-2.000 0.000-1-16,1.000 1.000-1 0,0.000-1.000 11 15,-3.000-1.000-12-15,1.000 0.000-3 0,1.000 0.000 3 0,-1.000 0.000-1 16,-1.000 0.000 1-16,0.000-4.000-44 0,3.000 0.000 22 16,-3.000-1.000 22-16,2.000 1.000 4 0,-3.000-1.000-2 15,2.000 1.000 14-15,0.000 0.000-15 0,-4.000 1.000-1 0,-1.000 1.000-1 16,1.000 1.000-22-16,-1.000 0.000 13 15,0.000 1.000 10-15,0.000 0.000 19 0,1.000 0.000 12 0,-1.000 0.000 17 16,1.000 0.000 15-16,-1.000 0.000-19 0,3.000 0.000-10 16,0.000 0.000-18-16,2.000 0.000 6 0,1.000 0.000-9 15,1.000 2.000-12-15,0.000 0.000 1 0,0.000 0.000 0 16,2.000 1.000 17-16,-1.000 0.000-16 0,-1.000 3.000-1 16,1.000-2.000 17-16,0.000 0.000-7 0,1.000 2.000 1 15,-2.000 0.000-11-15,1.000-1.000-2 0,-2.000 1.000-1 16,0.000-1.000-15-16,-1.000-3.000 16 0,-1.000 2.000-2 15,1.000-3.000-14-15,-1.000 1.000 4 0,3.000-2.000 9 16,-2.000 0.000-29-16,3.000 0.000-18 0,0.000-1.000 50 0,2.000-3.000 3 16,0.000-2.000 13-16,3.000-1.000-3 0,-3.000 0.000-1 15,1.000 1.000-10-15,-2.000-2.000-2 0,-1.000 3.000 0 16,-1.000-2.000-2-16,-1.000 3.000-1 0,0.000 0.000 0 16,-2.000 2.000 1-16,-3.000 0.000-11 0,-1.000 2.000 10 15,0.000 0.000 3-15,-1.000 0.000 39 0,-1.000 0.000 23 0,0.000 0.000-4 16,1.000 0.000-2-16,1.000 0.000-6 0,1.000 0.000-10 15,2.000 2.000-5-15,-2.000 0.000-1 0,3.000 1.000-12 16,1.000 1.000-4-16,1.000 0.000-15 0,0.000 1.000 0 16,3.000 0.000-3-16,1.000 1.000-5 0,0.000-1.000 4 15,0.000 1.000 1-15,1.000-1.000 0 0,1.000 0.000 0 16,-1.000 0.000 0-16,2.000-2.000-15 0,0.000-1.000-10 16,-2.000-1.000-3-16,2.000-1.000-13 0,-3.000 0.000-5 15,3.000 0.000-20-15,-2.000-2.000 22 0,-1.000-2.000-1 16,2.000-1.000 20-16,0.000-2.000 10 0,-3.000 0.000 15 0,2.000 0.000-2 15,-1.000-2.000 0-15,-4.000 3.000 2 0,2.000-2.000 1 16,-3.000 4.000 2-16,-4.000 0.000 0 0,0.000 1.000-3 16,-1.000 1.000-1-16,0.000 2.000 0 0,-3.000 0.000 1 15,0.000 0.000 22-15,2.000 0.000 48 0,-2.000 0.000 14 0,0.000 0.000-12 16,0.000 0.000-29-16,1.000 0.000-41 0,1.000 0.000-2 16,0.000 2.000-18-16,2.000-1.000 17 0,1.000 2.000 0 15,4.000 0.000 0-15,-2.000-1.000 0 0,6.000 0.000-1 16,-3.000 1.000 0-16,3.000-1.000 1 0,0.000 0.000 0 15,0.000 1.000-2-15,3.000-1.000 2 0,-2.000 2.000-2 16,3.000-2.000-12-16,-2.000 1.000 11 0,2.000-1.000 1 16,2.000-1.000-25-16,-2.000 0.000-6 0,0.000-1.000-13 15,-1.000 0.000 13-15,-2.000 0.000-8 0,1.000 0.000-30 16,-1.000-2.000-19-16,-2.000-3.000 59 0,1.000 1.000 7 0,-3.000 1.000 22 16,-3.000 0.000 3-16,-1.000 0.000 3 0,-3.000 2.000 0 15,0.000 1.000 10-15,-3.000 0.000-10 0,1.000 0.000 47 16,1.000 0.000 63-16,-2.000 0.000 7 0,1.000 0.000-20 15,-1.000 0.000-16-15,0.000 0.000-31 0,0.000 0.000-29 16,3.000 0.000-24-16,-2.000 1.000-22 0,2.000-1.000-24 16,2.000 0.000 30-16,2.000 0.000 16 0,0.000 0.000 0 0,3.000 0.000 0 15,0.000 0.000-16-15,0.000-1.000-4 0,2.000-2.000 20 16,-4.000 1.000 0-16,1.000-1.000-33 0,-1.000 1.000 12 16,-3.000 0.000-23-16,1.000 0.000-57 0,-2.000 1.000-109 15,-1.000-2.000-268-15,0.000 2.000-240 0,-3.000-2.000-1067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147480000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cm"/>
          <inkml:channelProperty channel="T" name="resolution" value="1" units="1/dev"/>
        </inkml:channelProperties>
      </inkml:inkSource>
      <inkml:timestamp xml:id="ts0" timeString="2022-04-18T01:43: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18246.000 5538.000 280 0,'0.000'0.000'727'0,"0.000"0.000"-639"16,0.000 0.000-87-16,0.000 0.000 19 0,0.000 0.000 3 15,0.000 0.000 22-15,0.000 0.000 356 0,0.000 0.000-102 16,0.000 0.000-143-16,0.000 0.000-98 0,4.000 0.000-55 16,-4.000 0.000-2-16,0.000 0.000 25 0,0.000 0.000 23 15,0.000 0.000 9-15,0.000 0.000-16 0,0.000 0.000-29 16,0.000 0.000-13-16,0.000 0.000-19 0,0.000 0.000-4 15,0.000 0.000 1-15,0.000 0.000-4 0,2.000 0.000-42 0,-1.000 0.000-179 16,0.000 3.000-225-16,2.000-2.000-182 0,0.000-1.000-105 16,-13.000-4.000 759-16</inkml:trace>
  <inkml:trace contextRef="#ctx0" brushRef="#br0">19093.000 5567.000 274 0,'0.000'0.000'466'0,"0.000"0.000"-270"15,0.000 0.000-121-15,0.000 0.000-36 0,0.000 0.000 6 16,0.000 0.000 11-16,0.000 0.000 12 0,0.000 0.000 424 16,0.000 0.000-233-16,0.000 0.000-155 0,0.000 0.000-81 15,-3.000 4.000-23-15,3.000-4.000 29 0,0.000 0.000 42 16,0.000 0.000 10-16,0.000 0.000-19 0,0.000 0.000-20 16,0.000 0.000-30-16,0.000 0.000-12 0,0.000 0.000-13 0,0.000 0.000-10 15,0.000 0.000-16-15,0.000 0.000-119 0,0.000 0.000-154 16,3.000 0.000-228-16,0.000 1.000-164 0,-9.000-2.000 99 0</inkml:trace>
  <inkml:trace contextRef="#ctx0" brushRef="#br0">25445.000 7101.000 205 0,'0.000'0.000'323'0,"0.000"0.000"-88"0,0.000 0.000-69 16,0.000 0.000-26-16,0.000 0.000 13 0,0.000 0.000 10 16,0.000 0.000-13-16,0.000 0.000-36 0,0.000 0.000-39 0,0.000 0.000-27 15,0.000-2.000-2-15,0.000 2.000 9 0,-2.000 0.000 7 16,1.000-2.000-14-16,-1.000 2.000-25 0,2.000 0.000-20 16,-1.000 0.000 30-16,-1.000-1.000-7 0,2.000 1.000 0 15,-1.000 0.000 6-15,-1.000-1.000-12 0,2.000 1.000 6 16,0.000 0.000-7-16,-1.000 0.000 7 0,-1.000 0.000-13 0,1.000 0.000-10 15,0.000 0.000 9-15,-4.000-2.000-11 0,3.000 1.000 37 16,-1.000-2.000 7-16,0.000 2.000 17 0,1.000 1.000-14 16,-1.000-3.000 1-16,1.000 2.000-4 0,-1.000 0.000 3 15,1.000 0.000-9-15,-1.000 1.000-10 0,2.000 0.000 3 16,-1.000-1.000 10-16,2.000 1.000 6 0,0.000 0.000-3 16,0.000 0.000 0-16,0.000-2.000-6 0,0.000 1.000-4 15,0.000 1.000-3-15,0.000 0.000 0 0,-1.000 0.000-3 16,1.000 0.000-3-16,0.000 0.000-4 0,0.000 0.000-5 15,0.000 0.000-5-15,0.000 0.000-10 0,0.000-1.000 1 0,0.000 1.000-3 16,0.000 0.000 1-16,0.000 0.000 2 0,0.000 0.000-3 16,0.000 0.000-19-16,0.000 0.000-13 0,1.000 0.000-10 15,-1.000 0.000 0-15,2.000 0.000 0 0,-1.000 0.000 4 16,2.000 0.000-1-16,3.000 0.000 22 0,1.000 0.000 17 16,2.000 0.000 23-16,-1.000 0.000 6 0,3.000 0.000-4 15,0.000 0.000 1-15,1.000 1.000-4 0,-2.000 2.000-18 0,3.000-2.000-1 16,-3.000 0.000-1-16,1.000 2.000 1 0,1.000-1.000 13 15,-2.000 0.000-16-15,-1.000 1.000 2 0,0.000-1.000 1 16,0.000-1.000-1-16,-1.000 0.000 0 0,1.000 2.000 1 16,-1.000-3.000 0-16,0.000 2.000 0 0,3.000 2.000 10 15,-2.000-4.000-11-15,2.000 1.000 0 0,0.000 1.000 10 16,1.000 0.000-8-16,-1.000 0.000 12 0,2.000 0.000-16 16,-3.000 1.000 3-16,1.000-3.000 10 0,0.000 2.000-13 15,-2.000 2.000 2-15,-1.000-4.000 0 0,0.000 1.000 1 0,1.000 2.000 0 16,-3.000 0.000 10-16,3.000-2.000-12 0,2.000 2.000 2 15,-3.000-2.000 0-15,3.000 1.000 0 0,1.000 1.000 16 16,-4.000-2.000-18-16,3.000 0.000 1 0,0.000 1.000 11 16,-2.000 0.000-11-16,2.000 0.000 1 0,-1.000-1.000 0 15,-3.000 2.000 9-15,2.000 0.000-12 0,-2.000-3.000-16 16,-1.000 3.000-3-16,1.000-2.000 3 0,-1.000 2.000 3 0,-2.000-1.000 12 16,2.000 0.000-1-16,2.000-1.000-1 0,-2.000 5.000 2 15,0.000-6.000 1-15,2.000 4.000 13 0,0.000-1.000-11 16,1.000 1.000 10-16,2.000-3.000 14 0,-2.000 2.000 19 15,4.000-1.000-10-15,-3.000-1.000-3 0,0.000 0.000-19 16,2.000 2.000-10-16,-4.000-3.000 0 0,0.000 1.000-2 16,1.000-1.000 2-16,-3.000 2.000 13 0,2.000-2.000-14 15,-1.000 3.000-2-15,-1.000-3.000-1 0,1.000 1.000-1 16,1.000-1.000 2-16,-2.000 1.000 1 0,4.000-1.000 2 16,0.000 0.000 1-16,1.000 0.000-1 0,0.000 0.000 0 0,-1.000 0.000 10 15,0.000 0.000-1-15,1.000 0.000-9 0,-2.000 0.000-1 16,-1.000 0.000 10-16,0.000-1.000-8 0,-1.000 1.000 8 15,1.000-1.000-10-15,-4.000 1.000 1 0,0.000-1.000 0 16,-1.000-1.000 9-16,0.000 2.000-8 0,0.000-2.000 8 16,-1.000 2.000-8-16,1.000-1.000 15 0,0.000 1.000-7 0,2.000-3.000 4 15,1.000 1.000-15-15,-1.000 1.000 1 0,4.000-3.000 1 16,0.000 2.000-3-16,-1.000-3.000-4 0,0.000 3.000 2 16,1.000-1.000-10-16,-1.000 0.000 10 0,1.000-1.000 2 15,-4.000 0.000-1-15,4.000 1.000-2 0,-2.000 0.000 0 16,-1.000 2.000-19-16,-2.000-2.000-4 0,1.000 1.000 1 15,-1.000 1.000-7-15,1.000 0.000-3 0,-3.000 1.000-3 16,-1.000 0.000-4-16,1.000 0.000-6 0,-1.000 0.000 4 16,-1.000 0.000 21-16,0.000 0.000 20 0,0.000 0.000 2 15,0.000 0.000 0-15,0.000 0.000-1 0,0.000 0.000 0 16,0.000 0.000-15-16,0.000 0.000 1 0,2.000 0.000 4 16,1.000 0.000 12-16,0.000 0.000 3 0,2.000 0.000-1 0,1.000 0.000 14 15,1.000-2.000-15-15,0.000 2.000 0 0,2.000 0.000-1 16,1.000 0.000 2-16,2.000 0.000-1 0,-1.000 0.000-1 15,-1.000 0.000 2-15,0.000 0.000 0 0,1.000 0.000-2 16,1.000 0.000-3-16,-1.000 0.000 3 0,-3.000 0.000-12 0,4.000 0.000 9 16,-4.000 0.000 3-16,3.000 0.000 0 0,-3.000 2.000 2 15,5.000-2.000-1-15,-3.000 1.000 0 0,3.000 2.000 0 16,-3.000-2.000-1-16,1.000 1.000 0 0,0.000-2.000 0 16,0.000 0.000 1-16,-2.000 3.000-1 0,2.000-3.000 0 15,-2.000 1.000 0-15,1.000 0.000 0 0,2.000 1.000 0 16,-3.000 0.000-14-16,2.000 0.000 14 0,0.000-2.000 1 15,0.000 1.000 18-15,0.000-1.000-16 0,1.000 3.000 1 16,-1.000-2.000-1-16,1.000-1.000 0 0,-4.000 0.000 10 0,1.000 2.000-12 16,1.000-2.000 1-16,-1.000 0.000 0 0,-1.000 0.000 11 15,1.000 0.000-12-15,1.000 0.000 12 0,-3.000 0.000-10 16,2.000 0.000 16-16,-2.000 0.000-16 0,2.000 0.000 10 16,-2.000 0.000-10-16,0.000 0.000 10 0,-1.000 0.000-12 15,3.000 0.000 12-15,-2.000 0.000-10 0,0.000 0.000 10 16,3.000 0.000 0-16,0.000 0.000-12 0,0.000 0.000 1 0,1.000 0.000-2 15,0.000 0.000 0-15,1.000 0.000 2 0,-2.000 0.000-2 16,3.000 0.000-1-16,-2.000 0.000 0 0,0.000 0.000-1 16,1.000 0.000 0-16,0.000 0.000-2 0,1.000 0.000 1 15,-2.000 0.000 0-15,1.000 3.000-10 0,-4.000-2.000 10 16,3.000-1.000-16-16,-1.000 3.000 17 0,1.000-1.000-1 16,-1.000 0.000 3-16,2.000-2.000 0 0,-1.000 1.000 3 0,1.000 2.000 10 15,1.000-2.000-1-15,-3.000 0.000-12 0,0.000-1.000 1 16,1.000 0.000 9-16,-3.000 0.000-10 0,0.000 0.000-1 15,2.000 0.000 1-15,0.000 0.000 2 0,-2.000 0.000 1 16,-1.000 0.000 0-16,1.000 0.000 1 0,0.000 0.000-4 16,0.000 0.000 3-16,1.000-1.000 32 0,0.000 1.000-9 15,1.000 0.000-25-15,-1.000-1.000-1 0,0.000 1.000-4 16,2.000 0.000 2-16,-3.000 0.000-14 0,4.000 0.000 16 16,-2.000 0.000 0-16,-1.000 0.000 2 0,3.000 0.000 2 0,-1.000 0.000 15 15,0.000 0.000 6-15,1.000 0.000 1 0,-1.000 0.000-1 16,3.000-3.000-6-16,0.000 1.000 4 0,-1.000-3.000-11 15,2.000 3.000 1-15,-1.000-3.000-11 0,0.000 0.000 20 16,-1.000-1.000-21-16,0.000 2.000-1 0,0.000 1.000 0 16,-2.000-2.000 2-16,1.000-1.000 0 0,-4.000 1.000 0 15,1.000 2.000-2-15,0.000-1.000 2 0,-4.000 0.000 1 0,3.000 1.000 0 16,-2.000-3.000-3-16,3.000 2.000-1 0,2.000-1.000-12 16,-3.000 2.000-2-16,5.000-3.000 11 0,-1.000 1.000-8 15,-1.000-1.000-1-15,4.000 1.000 0 0,-2.000 2.000-6 16,-1.000-1.000 3-16,-1.000-2.000 14 0,-1.000 3.000 0 15,0.000 0.000 0-15,-3.000 2.000-1 0,-1.000-3.000 1 16,-2.000 3.000 2-16,-2.000-1.000 1 0,-1.000-1.000 18 16,1.000 2.000 3-16,-2.000 1.000 3 0,1.000-1.000 1 15,2.000-1.000-6-15,0.000-2.000-20 0,-1.000-1.000-2 16,1.000 0.000-11-16,0.000 1.000 0 0,2.000-1.000 11 0,-1.000-1.000-10 16,0.000 0.000 8-16,3.000 1.000-8 0,-1.000-2.000 9 15,1.000 1.000-10-15,-1.000 0.000 10 0,0.000 1.000-10 16,1.000 2.000 13-16,-3.000-1.000 2 0,-1.000 0.000 11 15,0.000 1.000 9-15,0.000-1.000 7 0,-1.000 3.000 12 16,-2.000-2.000 3-16,1.000 1.000 10 0,-1.000 0.000-3 0,2.000-2.000-19 16,-2.000-1.000-13-16,0.000-2.000 18 0,0.000 1.000-11 15,-2.000 1.000-1-15,-2.000-3.000 9 0,-1.000-2.000-34 16,-1.000 2.000 0-16,-2.000-3.000-11 0,-1.000 1.000 11 16,4.000 1.000 2-16,-4.000 0.000-2 0,0.000 0.000-13 15,4.000 0.000 13-15,-3.000 1.000 0 0,4.000 1.000 0 16,0.000-3.000 2-16,-3.000 3.000-2 0,2.000-4.000-12 15,2.000 4.000-4-15,-1.000-4.000 14 0,2.000 3.000 2 16,0.000-3.000 0-16,-1.000 4.000 2 0,1.000 0.000 1 16,1.000-2.000-3-16,-1.000 3.000 25 0,-1.000 0.000-22 0,-2.000 3.000 0 15,1.000-2.000-3-15,-4.000-1.000-12 16,2.000 2.000-7-16,-1.000 1.000-3 0,-3.000-2.000-3 0,2.000-2.000 3 16,-4.000 2.000-10-16,-1.000-1.000-6 0,0.000 0.000-16 15,-3.000 1.000 26-15,2.000 0.000 6 0,-3.000 0.000-7 16,-2.000-2.000 17-16,1.000 2.000-17 0,-2.000-1.000-6 0,3.000 2.000-6 15,-2.000-1.000 15-15,3.000 1.000 1 0,-1.000 1.000-17 16,4.000 0.000 17-16,0.000 0.000-14 0,3.000 0.000-9 16,1.000 3.000-67-16,0.000 0.000-87 0,0.000 0.000-237 15,1.000 0.000-603-15,-12.000 6.000-332 0</inkml:trace>
  <inkml:trace contextRef="#ctx0" brushRef="#br0">15793.000 15914.000 166 0,'0.000'0.000'287'16,"0.000"0.000"-147"-16,0.000 0.000-133 0,0.000 0.000-7 15,0.000 0.000-20-15,0.000 0.000 20 0,0.000 0.000 0 16,0.000 0.000 20-16,0.000 0.000-6 0,0.000 4.000-14 16,0.000-4.000-16-16,-1.000 0.000-4 0,1.000 1.000 17 0,-2.000-1.000-10 15,1.000 1.000 13-15,-1.000 1.000-3 0,1.000-1.000-10 16,-2.000 1.000 13-16,3.000-2.000 1 0,-3.000 1.000 28 16,3.000-1.000 13-16,-1.000 0.000 27 0,-1.000 0.000 6 15,2.000 0.000 6-15,-3.000 0.000-6 0,2.000 0.000-16 16,0.000 0.000-17-16,1.000 0.000-9 0,-2.000 0.000-10 15,1.000 0.000-22-15,-1.000 0.000 1 0,2.000 0.000 18 16,-1.000 0.000-4-16,1.000 0.000-16 0,-2.000 0.000-11 16,2.000 0.000-2-16,0.000 0.000 0 0,0.000 0.000 11 15,0.000 0.000 0-15,0.000 0.000-1 0,0.000 0.000 0 0,0.000 0.000-16 16,0.000 0.000 18-16,0.000 0.000-12 0,0.000 0.000-4 16,0.000 0.000 1-16,0.000 0.000-4 0,0.000 0.000 7 15,0.000 0.000 11-15,0.000 0.000-14 0,0.000 0.000-7 16,0.000 0.000 10-16,-1.000 0.000 10 0,-1.000 0.000-20 15,1.000 0.000 23-15,-1.000 0.000 19 0,-1.000-1.000 4 16,2.000 1.000 13-16,-1.000 0.000 0 0,0.000 0.000 6 0,1.000 0.000 24 16,1.000-2.000-37-16,0.000 2.000-16 0,0.000 0.000 3 15,0.000 0.000-13-15,-2.000 0.000 76 0,2.000 0.000 12 16,-1.000 0.000-39-16,1.000 0.000-13 0,-2.000 0.000-16 16,2.000 0.000 3-16,-1.000 0.000 6 0,1.000 0.000 14 15,-2.000 0.000 3-15,2.000-1.000 22 0,0.000 1.000 1 0,-1.000 0.000-1 16,-1.000 0.000-22-16,2.000 0.000-4 0,-1.000 0.000-2 15,-2.000 0.000 5-15,3.000 0.000 1 0,-1.000 0.000-4 16,-1.000 0.000-6-16,1.000 0.000-3 0,-2.000 0.000-1 16,0.000 3.000-9-16,-3.000 1.000-3 0,2.000 3.000 0 15,-3.000 4.000-22-15,-1.000 0.000 28 0,-1.000 4.000 10 16,1.000 2.000 13-16,-2.000 2.000-20 0,1.000 3.000 26 16,-2.000-1.000-29-16,1.000 4.000 42 0,1.000-1.000-68 15,-1.000-1.000 72-15,1.000 0.000-57 0,1.000 0.000-17 16,-1.000-1.000 36-16,1.000-1.000-14 0,0.000-1.000-20 0,2.000 1.000 20 15,1.000 0.000 22-15,-2.000-1.000-13 0,2.000-3.000-32 16,-1.000-2.000 3-16,4.000-2.000-12 0,0.000-3.000 9 16,1.000-2.000 0-16,1.000 2.000-20 0,-2.000 1.000 20 15,2.000 2.000 30-15,0.000 3.000-7 0,0.000 2.000-23 16,0.000 0.000 0-16,0.000 2.000-10 0,0.000-4.000 7 0,0.000 1.000 3 16,0.000-1.000-16-16,2.000-1.000 16 0,1.000 1.000-1 15,-2.000-1.000-15-15,2.000-1.000 16 0,-2.000 0.000-1 16,1.000-2.000 4-16,-1.000 0.000-3 0,-1.000-4.000 2 15,0.000-1.000 8-15,0.000-2.000-7 0,0.000-1.000-3 16,0.000-2.000 16-16,0.000 1.000-14 0,0.000-2.000-1 16,2.000-1.000-1-16,-2.000 2.000 0 0,0.000-2.000-16 15,1.000 0.000 0-15,-1.000 0.000-13 0,0.000 0.000-39 16,2.000 0.000-51-16,1.000 0.000-55 0,2.000 0.000-53 16,4.000-2.000-29-16,1.000-3.000-82 0,1.000-1.000-91 0,11.000-13.000-341 15,-87.000 49.000 341-15</inkml:trace>
  <inkml:trace contextRef="#ctx0" brushRef="#br0">15783.000 15955.000 130 0,'0.000'0.000'92'16,"0.000"0.000"38"-16,0.000 0.000 4 0,0.000 0.000-4 15,0.000 0.000-19-15,0.000 0.000 26 0,0.000 0.000-10 16,0.000 0.000-16-16,0.000 0.000-26 0,0.000 0.000-20 15,0.000 0.000-23-15,-13.000-1.000-16 0,13.000 1.000-13 16,0.000-3.000-12-16,0.000 3.000 16 0,0.000 0.000 15 16,0.000 0.000 1-16,0.000 0.000-1 0,0.000-1.000-6 15,0.000 1.000-13-15,0.000 0.000-12 0,0.000 0.000-1 0,0.000 0.000-2 16,0.000 0.000 2-16,0.000 0.000 16 0,0.000-1.000 4 16,0.000 1.000-5-16,0.000 0.000-15 0,3.000 0.000 0 15,1.000 0.000 7-15,-1.000-1.000 51 0,4.000 1.000 23 16,1.000 0.000 17-16,0.000-1.000-27 0,1.000 1.000-9 0,2.000-2.000-16 15,1.000 1.000-11-15,4.000-2.000 17 0,-2.000 2.000 23 16,0.000-2.000-43-16,3.000 0.000 4 0,-2.000 1.000-33 16,0.000 0.000-1-16,0.000-1.000 2 0,0.000 1.000 8 15,1.000 0.000 0-15,-5.000-1.000-11 0,3.000 2.000 15 16,-3.000 0.000-13-16,-1.000 0.000 10 0,0.000-1.000-13 16,0.000 1.000-13-16,0.000 0.000 13 0,-2.000 0.000 19 15,3.000 0.000 10-15,-2.000-3.000 10 0,1.000 3.000 0 16,0.000 0.000-7-16,-2.000-2.000-29 0,1.000 1.000 19 15,1.000-1.000 11-15,-1.000 1.000-4 0,-2.000 1.000-7 0,3.000 0.000-6 16,-1.000-1.000-12-16,-1.000 0.000 15 16,1.000 1.000-19-16,1.000 0.000-2 0,-3.000 1.000-12 0,1.000 0.000 13 15,0.000 0.000 1-15,-2.000 0.000-1 0,2.000 0.000-12 16,1.000 0.000 11-16,-1.000 0.000-11 0,3.000 0.000 0 16,-1.000 0.000 13-16,2.000-1.000 19 0,2.000-1.000-3 0,-1.000 1.000-3 15,1.000 0.000 0-15,1.000 0.000 1 0,-1.000 1.000-14 16,-1.000-2.000 0-16,0.000 1.000 16 0,-3.000 1.000 4 15,0.000 0.000-17-15,-2.000-1.000-1 0,0.000 1.000 11 16,1.000 0.000-11-16,-2.000 0.000-1 0,0.000 0.000-1 16,2.000 0.000-1-16,-2.000 0.000-1 0,0.000 0.000 2 15,2.000 0.000 0-15,2.000 0.000 1 0,-2.000 0.000-1 16,1.000 0.000 1-16,3.000 0.000-1 0,0.000 0.000 0 16,1.000 0.000 1-16,-2.000 0.000 30 0,2.000 0.000-29 15,-2.000 0.000 21-15,0.000-1.000-22 0,0.000 0.000-1 0,-1.000-1.000 0 16,-1.000 1.000-2-16,0.000-1.000 2 0,-2.000 2.000 3 15,0.000-1.000-1-15,-1.000 1.000 18 0,3.000 0.000-17 16,-3.000 0.000-3-16,3.000 0.000-1 0,-1.000 0.000 1 16,-2.000 0.000-1-16,3.000 0.000-3 0,2.000 0.000 4 15,-1.000 0.000 0-15,2.000 0.000 0 0,3.000 0.000 0 16,0.000 0.000 15-16,3.000 0.000-15 0,1.000 0.000 0 0,0.000 0.000 13 16,3.000-2.000 29-16,0.000-1.000-16 0,-1.000 0.000-16 15,-3.000-1.000-10-15,-1.000 2.000-33 0,0.000-1.000 33 16,-1.000 2.000-3-16,-3.000 0.000-6 0,2.000 0.000-24 15,-3.000-1.000 31-15,1.000 2.000-20 0,-2.000-1.000 15 16,1.000 1.000 7-16,0.000 0.000 2 0,0.000-1.000 27 0,1.000-1.000-9 16,2.000 1.000-17-16,0.000 0.000 19 0,-1.000-1.000 20 15,2.000 0.000-26-15,-3.000 1.000 0 0,3.000-2.000-12 16,-3.000 0.000 25-16,3.000 1.000 12 0,-1.000-1.000-25 16,2.000 2.000 0-16,1.000-1.000-13 0,1.000-1.000 22 15,2.000 0.000-23-15,2.000 2.000 2 0,1.000-2.000 34 16,2.000 1.000 23-16,1.000-1.000-58 0,3.000 0.000-3 15,0.000 0.000 16-15,0.000 1.000-13 0,0.000-1.000-1 16,0.000 0.000 10-16,0.000-1.000 4 0,-3.000 2.000-16 16,0.000 1.000-1-16,-1.000-1.000 1 0,0.000 2.000 14 0,-2.000 0.000-14 15,-1.000 0.000-3-15,-5.000 0.000 0 0,3.000 0.000 1 16,-5.000 0.000-1-16,2.000 2.000 3 0,-1.000-1.000 3 16,-3.000 0.000-3-16,2.000-1.000 2 0,-1.000 1.000-1 15,1.000-1.000-2-15,-1.000 0.000 1 0,1.000 2.000 0 0,0.000-2.000 0 16,-2.000 1.000-2-16,3.000-1.000 2 0,-1.000 0.000 22 15,0.000 1.000-22-15,-1.000-1.000 0 0,0.000 0.000 0 16,0.000 0.000 2-16,-1.000 0.000-1 0,-3.000 0.000-1 16,0.000 1.000-6-16,-2.000-1.000 5 0,-2.000 0.000 1 15,0.000 0.000 2-15,1.000 0.000 1 0,-3.000 0.000 11 16,0.000 0.000-12-16,1.000 0.000-1 0,-4.000 0.000-1 16,2.000 0.000 0-16,0.000 0.000 2 0,0.000 0.000 1 15,-3.000 0.000-2-15,4.000 0.000 2 0,-3.000 0.000-2 16,2.000 0.000-1-16,0.000 0.000-3 0,2.000 0.000 2 15,-1.000 0.000-18-15,3.000 0.000 16 0,1.000 2.000 1 16,4.000-2.000 3-16,2.000 0.000-1 0,4.000 0.000 3 0,3.000 0.000 23 16,2.000 0.000-25-16,0.000 0.000 10 0,1.000 0.000-9 15,-1.000 0.000 9-15,1.000 0.000-11 0,-1.000 0.000-13 16,-5.000 0.000 11-16,0.000 0.000 1 0,-1.000 1.000 0 16,-5.000 1.000-1-16,-2.000 0.000-9 0,-2.000-2.000 11 0,-3.000 1.000 3 15,-2.000 1.000-3-15,-3.000-2.000 0 0,1.000 0.000-3 16,-1.000 1.000 3-16,0.000-1.000-1 0,-2.000 0.000 0 15,0.000 0.000-1-15,2.000 0.000 1 0,-1.000 0.000 0 16,-1.000 0.000-1-16,2.000 0.000 2 0,-1.000 0.000 0 16,1.000 1.000 2-16,-1.000-1.000-1 0,1.000 0.000-1 15,0.000 0.000-1-15,-2.000 0.000 0 0,2.000 0.000-1 16,-2.000 0.000 0-16,1.000 1.000-1 0,-1.000-1.000-1 16,0.000 0.000-8-16,2.000 2.000-4 0,-1.000-1.000 3 15,2.000 0.000 13-15,2.000 0.000 0 0,0.000 2.000 1 0,4.000 0.000-1 16,-2.000-1.000 12-16,0.000 2.000-12 0,0.000 0.000-1 15,1.000-2.000-19-15,-3.000 1.000 19 0,1.000 0.000-1 16,-3.000-1.000 1-16,2.000 1.000 1 0,1.000-1.000 1 16,-3.000 1.000-1-16,3.000 0.000-13 0,-3.000 0.000 13 15,2.000 1.000-12-15,-1.000 0.000 11 0,0.000 0.000-1 0,2.000 1.000 2 16,-2.000 1.000 0-16,2.000-2.000 0 0,0.000 1.000 2 16,-2.000 0.000-2-16,1.000 0.000-2 0,-1.000-3.000 0 15,-2.000 2.000-11-15,1.000-2.000 13 0,0.000 0.000 2 16,-3.000-1.000 0-16,2.000 1.000-2 0,-1.000 2.000 0 15,1.000-2.000 1-15,-1.000 2.000 0 0,1.000-1.000 18 16,-2.000 3.000-3-16,1.000 0.000 0 0,-1.000 0.000 6 16,0.000 5.000 1-16,0.000-1.000-4 0,0.000 3.000 3 15,0.000 1.000-20-15,0.000 1.000 2 0,-1.000-1.000-2 16,-2.000 1.000-2-16,0.000 0.000-12 0,1.000 3.000 12 16,-4.000-1.000 16-16,1.000 3.000-1 0,-1.000 0.000-15 0,0.000 1.000-2 15,1.000-1.000 1-15,-1.000 2.000 1 0,1.000 0.000 2 16,1.000 1.000 46-16,0.000-2.000-45 0,1.000-1.000-2 15,-1.000-2.000-1-15,1.000-1.000 1 0,-2.000-3.000 2 16,2.000 1.000 13-16,0.000-3.000-3 0,-2.000 1.000-11 16,2.000-1.000 0-16,0.000-1.000 1 0,0.000 1.000 13 15,0.000 0.000-3-15,0.000-2.000 3 0,1.000-1.000-14 0,-1.000-2.000 0 16,0.000 0.000 1-16,1.000-1.000-1 0,-1.000 1.000 1 16,3.000-1.000-1-16,-4.000 1.000-1 0,1.000 1.000-1 15,1.000-1.000 0-15,-3.000 1.000-1 0,2.000 1.000 0 16,0.000 0.000 1-16,-1.000 1.000 1 0,-1.000-1.000-1 15,3.000 0.000-1-15,-2.000 1.000-3 0,1.000-1.000-8 16,-2.000 3.000 9-16,2.000-1.000 0 0,0.000 0.000 0 16,1.000 1.000-9-16,0.000-2.000 12 0,-1.000 0.000 1 15,2.000-2.000-1-15,-1.000 1.000 1 0,-1.000-3.000 1 16,3.000 1.000 1-16,-2.000-3.000 10 0,0.000 1.000-12 0,2.000-3.000 0 16,0.000 1.000 0-16,0.000-2.000 0 0,0.000-1.000 1 15,0.000 0.000 11-15,-1.000 0.000-1 0,1.000 0.000 4 16,0.000 0.000 7-16,0.000 0.000 5 0,0.000 0.000 14 15,0.000 0.000 5-15,0.000 0.000 4 0,0.000 0.000-7 0,-2.000 0.000 7 16,2.000 0.000-4-16,0.000 0.000-6 0,-2.000 0.000 0 16,-3.000 0.000-41-16,1.000 0.000-3 0,-4.000 0.000-26 15,-1.000-2.000 14-15,0.000 0.000 15 0,-1.000 1.000 2 16,-2.000 0.000 1-16,-1.000-1.000-3 0,0.000 1.000-1 16,-1.000-1.000-18-16,-1.000 2.000 18 0,0.000-1.000-11 15,0.000-1.000 12-15,-1.000 1.000 3 0,0.000 0.000 1 16,1.000-1.000-1-16,0.000 1.000 15 0,-1.000 0.000-17 15,3.000-1.000 1-15,-1.000 1.000 1 0,-1.000 1.000 22 16,1.000-3.000-13-16,-2.000 2.000-11 0,1.000-1.000-1 16,-3.000 1.000 0-16,2.000-2.000-12 0,-3.000 2.000 3 0,2.000-2.000 8 15,-3.000 1.000 1-15,1.000 0.000-39 0,-1.000 2.000 39 16,0.000-3.000 65-16,1.000 1.000-64 0,1.000 2.000 0 16,-1.000-1.000-1-16,2.000 1.000 0 0,-2.000-1.000-1 15,1.000 1.000-1-15,1.000-2.000 2 0,1.000 2.000 1 0,1.000-1.000 1 16,-1.000 0.000-1-16,1.000 1.000 0 0,-1.000-2.000-1 15,2.000 2.000-3-15,-1.000-1.000-10 0,1.000 1.000 13 16,1.000 0.000-1-16,-2.000 0.000 1 0,1.000 0.000 0 16,1.000 0.000 0-16,-1.000 0.000-3 0,-1.000 0.000 0 15,1.000 0.000 3-15,0.000 0.000-1 0,-2.000 1.000-21 16,1.000 2.000-16-16,0.000-2.000 35 0,0.000 2.000 3 16,1.000-2.000 10-16,2.000 1.000 12 0,-2.000 1.000 0 0,4.000-3.000-22 15,0.000 1.000-22-15,-3.000 0.000 22 0,0.000 1.000 20 16,-3.000-1.000-20-16,0.000 1.000-1 0,-3.000 0.000 1 15,0.000 0.000-3-15,-1.000 0.000 3 0,-4.000-1.000 1 16,2.000 3.000-1-16,-2.000-3.000-14 0,-1.000 2.000 14 16,1.000 0.000 0-16,1.000-1.000 28 0,2.000 1.000-9 15,-2.000-1.000-19-15,5.000 1.000 0 0,0.000-1.000-23 16,3.000 0.000 23-16,2.000-1.000 22 0,2.000 0.000-19 16,-1.000 1.000 13-16,1.000-1.000-16 0,0.000 0.000-12 15,1.000 1.000-10-15,0.000-1.000 0 0,-2.000-1.000 22 0,1.000 2.000 18 16,-2.000-2.000 7-16,-2.000 0.000-25 0,2.000 0.000-1 15,-5.000 1.000-40-15,-1.000 1.000 12 0,-1.000-1.000 29 16,-2.000 0.000 41-16,2.000 1.000-41 0,-2.000 0.000 2 16,-1.000 1.000-2-16,3.000 0.000 0 0,1.000 0.000-2 15,1.000-2.000 2-15,2.000 2.000 2 0,3.000 0.000 17 0,1.000-1.000-17 16,3.000 0.000-2-16,-2.000-1.000-19 0,2.000 2.000 19 16,2.000-2.000 12-16,1.000 0.000-12 0,-1.000 0.000-1 15,0.000 0.000-2-15,0.000 1.000-9 0,-1.000-1.000 11 16,-1.000-1.000 1-16,1.000 1.000 12 0,-2.000 1.000 9 15,0.000 0.000-21-15,-1.000-2.000 0 0,0.000 1.000 0 16,-3.000 1.000 0-16,0.000 0.000 0 0,-2.000-1.000-9 16,1.000 0.000 9-16,0.000 0.000 3 0,2.000 1.000 25 15,-2.000-2.000-9-15,4.000 2.000 3 0,-1.000-1.000-22 16,-1.000-1.000 0-16,2.000 1.000-1 0,-2.000 1.000-12 0,0.000 0.000 13 16,0.000-1.000-2-16,0.000 0.000-10 0,0.000 0.000 12 15,0.000-1.000 0-15,1.000 2.000 2 0,1.000-1.000 17 16,-1.000 0.000-4-16,1.000-1.000-2 0,-1.000 1.000 0 15,-1.000 0.000-11-15,-1.000 0.000-2 0,-1.000-1.000 0 0,-5.000 2.000 16 16,1.000-2.000-16-16,-1.000 0.000-18 0,-3.000 1.000 18 16,-1.000-1.000 1-16,-4.000 1.000 11 0,2.000 1.000-9 15,-4.000-1.000 13-15,1.000 2.000-14 0,2.000-2.000-2 16,1.000 2.000 3-16,3.000-2.000 10 0,4.000 0.000-13 16,1.000-1.000-3-16,3.000 1.000 3 0,2.000 0.000 2 15,0.000-1.000-2-15,1.000 2.000-24 0,1.000-2.000 24 16,2.000 0.000 2-16,2.000 0.000 10 0,0.000 0.000 1 15,0.000 0.000-12-15,-2.000 0.000-1 0,0.000 0.000-16 16,-5.000 0.000 14-16,1.000 0.000-19 0,-1.000 0.000 21 16,2.000 0.000 35-16,2.000 0.000-25 0,-1.000 0.000-10 0,3.000 0.000-12 15,-2.000 0.000 12-15,0.000 0.000 0 0,2.000 0.000 1 16,-3.000 0.000 0-16,3.000 0.000 0 0,-1.000 0.000-1 16,3.000-2.000 18-16,-1.000 2.000-15 0,3.000-1.000 0 15,2.000 1.000-1-15,-2.000 0.000 1 0,3.000 0.000 0 0,-1.000 0.000 0 16,2.000 0.000 13-16,0.000-1.000-13 0,-3.000 1.000-2 15,2.000 0.000 0-15,-2.000-1.000-1 0,2.000 1.000 1 16,-2.000-1.000 1-16,0.000 1.000 0 0,-2.000-2.000 14 16,2.000 1.000-13-16,-2.000 1.000 0 0,2.000-1.000 19 15,-1.000 0.000 0-15,-1.000-1.000 6 0,2.000 1.000-26 16,-4.000-1.000 1-16,0.000 1.000-3 0,0.000 0.000-19 16,0.000-2.000 4-16,-1.000 2.000 15 0,-1.000-1.000-1 15,0.000-1.000 1-15,0.000 2.000-2 0,3.000-1.000 2 16,-1.000-2.000 24-16,3.000 3.000-15 0,0.000 0.000-9 15,1.000-1.000 0-15,-2.000 2.000 1 0,2.000-2.000 12 16,0.000 1.000-13-16,-3.000 0.000-4 0,3.000 0.000 2 0,0.000 1.000 1 16,0.000-2.000-2-16,0.000 2.000-7 0,1.000-1.000 9 15,-1.000 0.000 1-15,-1.000 0.000 0 0,3.000-1.000 1 16,-2.000 2.000 13-16,0.000-2.000-13 0,-3.000 1.000-1 16,3.000 0.000 25-16,-2.000-1.000-12 0,0.000 0.000-12 0,1.000 1.000 24 15,1.000 0.000-24-15,0.000-2.000 0 0,0.000 3.000-1 16,-1.000-1.000 3-16,1.000-1.000 0 0,2.000 2.000 10 15,1.000-1.000-10-15,-2.000 1.000 0 0,2.000 0.000-2 16,0.000 0.000-1-16,0.000-1.000-1 0,0.000 1.000-2 16,0.000 0.000 0-16,0.000 0.000-13 0,0.000 0.000-3 15,0.000 0.000-3-15,0.000 0.000-9 0,0.000 0.000 6 16,0.000 0.000-3-16,0.000 0.000 10 0,0.000 0.000 18 16,0.000 0.000 0-16,0.000 0.000 12 0,0.000 0.000 4 15,0.000-2.000 5-15,0.000 2.000 4 0,0.000 0.000-3 16,0.000 0.000-3-16,0.000-1.000 6 0,-3.000 1.000-23 0,2.000-1.000-2 15,-1.000-1.000-1-15,-1.000 1.000 1 0,-1.000-1.000 11 16,1.000 1.000-9-16,0.000-1.000 2 0,0.000 1.000 20 16,-1.000-2.000 4-16,1.000 2.000-3 0,-1.000-2.000-12 15,1.000 2.000-11-15,0.000 0.000 19 0,2.000-1.000-18 16,-1.000 2.000 15-16,2.000 0.000-16 0,0.000-1.000 11 0,0.000 1.000-11 16,-1.000 0.000 10-16,1.000 0.000 0 0,0.000 0.000-8 15,-2.000 0.000-1-15,2.000 0.000 9 0,0.000 0.000-9 16,0.000 0.000-1-16,0.000 0.000-2 0,0.000 0.000-1 15,0.000 0.000 0-15,0.000 0.000-1 0,0.000 0.000 0 16,0.000 0.000 0-16,0.000 0.000 0 0,0.000 0.000 1 16,0.000 0.000-1-16,0.000 0.000 2 0,0.000 0.000 0 15,0.000 0.000 0-15,0.000 0.000 0 0,0.000 0.000 0 16,0.000 0.000-2-16,0.000 0.000-14 0,0.000 0.000 1 16,0.000 0.000-7-16,0.000 0.000-9 0,0.000-2.000-12 0,0.000 2.000-7 15,0.000-1.000-13-15,0.000 1.000-14 0,0.000 0.000-22 16,0.000-2.000-23-16,0.000 2.000 2 0,0.000 0.000 13 15,0.000 0.000 12-15,0.000-1.000 13 0,0.000 1.000-1 16,0.000 0.000 7-16,0.000 0.000 5 0,0.000 0.000 1 16,0.000 0.000 0-16,0.000 0.000-17 0,0.000 0.000-38 0,0.000 0.000-77 15,0.000 0.000-105-15,0.000 0.000-215 0,-8.000-3.000-579 0,16.000 7.000 330 16</inkml:trace>
  <inkml:trace contextRef="#ctx0" brushRef="#br0">5054.000 13936.000 1941 0,'0.000'0.000'253'15,"0.000"0.000"-136"-15,0.000 0.000-78 0,0.000 0.000-14 16,0.000 0.000-21-16,0.000 0.000 12 0,0.000 0.000 0 15,0.000 0.000-6-15,0.000 0.000-10 0,0.000 0.000-33 16,-5.000-6.000-28-16,5.000 4.000 16 0,0.000-3.000 22 16,0.000 0.000 4-16,0.000 1.000 38 0,0.000 0.000-16 15,0.000 0.000 10-15,0.000 0.000 10 0,0.000 3.000 12 16,0.000 0.000 20-16,0.000 1.000 7 0,0.000 0.000-59 16,0.000 0.000 20-16,0.000 0.000 132 0,2.000 0.000-43 0,-1.000 0.000-12 15,-1.000 3.000-19-15,3.000 2.000 8 16,-1.000 1.000-28-16,2.000 1.000-57 0,0.000 0.000 44 0,5.000 1.000 6 15,-2.000 3.000 10-15,3.000 1.000-35 0,0.000 0.000-27 16,3.000 1.000 23-16,-1.000 3.000 52 0,2.000 2.000-42 16,-1.000 0.000-4-16,0.000 0.000 11 0,-3.000-2.000-14 0,-1.000 0.000-2 15,1.000-4.000 12-15,-4.000-1.000-21 0,-2.000 0.000-16 16,2.000-4.000-1-16,-3.000-1.000 25 0,-2.000-5.000-9 16,1.000-1.000-15-16,-2.000 0.000-1 0,0.000-2.000-2 15,0.000-8.000-33-15,4.000-3.000 1 0,-1.000-7.000 34 16,1.000-7.000 3-16,0.000-9.000 64 0,2.000-4.000-67 15,-1.000-4.000-33-15,-3.000 2.000-11 0,3.000 3.000-67 16,-1.000 5.000-55-16,-1.000 8.000-26 0,-2.000 5.000-58 16,2.000 6.000-14-16,-3.000 2.000-63 0,2.000 4.000-33 15,-2.000 3.000-147-15,0.000 3.000-246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147480000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cm"/>
          <inkml:channelProperty channel="T" name="resolution" value="1" units="1/dev"/>
        </inkml:channelProperties>
      </inkml:inkSource>
      <inkml:timestamp xml:id="ts0" timeString="2022-04-18T01:48: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2473.000 11234.000 1668 0,'0.000'0.000'163'15,"0.000"0.000"-160"-15,0.000 0.000 448 0,0.000 0.000-34 0,0.000 0.000-218 16,0.000 0.000-90-16,0.000 0.000 0 0,0.000 0.000 0 15,0.000 0.000-4-15,0.000 0.000-9 0,-3.000 0.000-20 16,3.000-1.000-19-16,0.000-1.000-3 0,0.000 2.000-7 16,0.000 0.000-3-16,0.000 0.000-12 0,1.000 0.000-16 15,2.000 0.000-13-15,3.000 4.000-2 0,1.000 3.000 46 0,2.000 3.000 38 16,1.000 2.000-82-16,4.000 4.000 13 0,-1.000 3.000 81 16,1.000 4.000-84-16,1.000-3.000 10 0,-1.000 3.000-21 15,-2.000-3.000 16-15,1.000-2.000-18 0,-2.000-2.000-1 16,-1.000-3.000-3-16,-1.000-1.000-31 0,1.000-5.000 35 15,-4.000 3.000 0-15,1.000-5.000 35 0,-1.000-2.000-10 16,-3.000 0.000-8-16,1.000-3.000-17 0,-3.000 0.000 0 0,1.000-1.000 19 16,-2.000-6.000 31-16,0.000-7.000 21 0,1.000-5.000-2 15,1.000-9.000-4-15,1.000-14.000-40 0,0.000-7.000-25 16,1.000-10.000 0-16,5.000-3.000-25 0,1.000-3.000-3 16,3.000 0.000-46-16,1.000 5.000-39 0,2.000 5.000-91 15,3.000 6.000-219-15,-6.000 13.000-215 0,1.000-2.000-977 0</inkml:trace>
  <inkml:trace contextRef="#ctx0" brushRef="#br0">11547.000 8667.000 1257 0,'-40.000'115.000'0'15,"27.000"-55.000"-287"-15,3.000 4.000 131 0,7.000 2.000-30 16,3.000 5.000-84-16,0.000-24.000-40 0</inkml:trace>
  <inkml:trace contextRef="#ctx0" brushRef="#br0">13108.000 10300.000 151 0,'-21.000'83.000'209'0,"-1.000"-8.000"-76"0,3.000-9.000 37 16,1.000-9.000-85-16,0.000-2.000-14 0,5.000-6.000-71 16,2.000-6.000-9-16,2.000-2.000-76 0,2.000-5.000 26 15,3.000-5.000-107-15,2.000-5.000-7 0,2.000-4.000 88 0,0.000-5.000 10 16,0.000-7.000-13-16,0.000-2.000 9 15</inkml:trace>
  <inkml:trace contextRef="#ctx0" brushRef="#br0">12637.000 10616.000 218 0,'0.000'0.000'802'0,"0.000"0.000"-521"16,0.000 0.000-174-16,0.000 0.000-61 0,0.000 0.000-4 0,0.000 0.000 3 15,0.000 0.000 11-15,0.000 0.000-20 0,0.000 0.000-10 16,0.000 0.000 328-16,0.000 0.000-153 0,-1.000-3.000-179 16,1.000 3.000-22-16,0.000 0.000-29 0,0.000 0.000-36 15,1.000 0.000 30-15,-1.000 0.000 35 0,2.000-1.000 0 16,-1.000 1.000 22-16,-1.000-1.000-5 0,3.000 0.000-15 15,-3.000 1.000 1-15,0.000 0.000 26 0,0.000 0.000 17 16,0.000 0.000 2-16,0.000 0.000 14 0,0.000 0.000 6 16,0.000 0.000 3-16,0.000 0.000-4 0,0.000 0.000 8 0,0.000 0.000-1 15,0.000 0.000 6-15,0.000 0.000-2 0,0.000 0.000-21 16,0.000 0.000-12-16,0.000 0.000-16 0,0.000 0.000-10 16,0.000 0.000-19-16,0.000 0.000-19 0,1.000 0.000-19 15,-1.000 0.000-20-15,3.000 0.000-13 0,-2.000 0.000 26 16,4.000 1.000 42-16,-1.000 0.000 3 0,2.000 2.000-61 15,0.000-2.000-17-15,1.000 3.000 4 0,-1.000 0.000 22 0,1.000 0.000 33 16,-1.000 4.000 19-16,1.000-2.000 32 0,1.000 3.000 30 16,1.000 1.000-24-16,-2.000 2.000 21 0,3.000 1.000-5 15,-4.000 0.000-15-15,1.000-1.000 38 0,-1.000 1.000-25 16,0.000-1.000 2-16,-3.000-2.000 20 0,4.000-2.000-29 16,-3.000-2.000-29-16,-2.000-2.000 10 0,-1.000-3.000-14 15,1.000-1.000-10-15,-1.000 0.000 14 0,-1.000 0.000 7 16,2.000-2.000 15-16,-1.000-3.000 4 0,2.000 0.000-20 15,1.000-1.000-22-15,3.000-1.000 22 0,-1.000-4.000-12 16,1.000 0.000-7-16,1.000-2.000-3 0,-1.000-4.000 35 0,1.000 1.000-9 16,-2.000-2.000-13-16,0.000 0.000-13 0,-2.000 2.000-25 15,2.000 4.000-13-15,-2.000 1.000-10 0,-1.000 5.000 6 16,-1.000-1.000-34-16,-1.000 6.000-36 0,-1.000-1.000-62 16,0.000 2.000-138-16,0.000 0.000-197 0,0.000 0.000-294 0</inkml:trace>
  <inkml:trace contextRef="#ctx0" brushRef="#br0">7916.000 10933.000 62 0,'0.000'0.000'1050'0,"0.000"0.000"-1031"16,0.000 0.000-2-16,0.000 0.000 328 0,0.000 0.000 249 16,0.000 0.000-293-16,0.000 0.000-113 0,0.000 0.000-43 15,0.000 0.000-20-15,0.000 0.000-15 0,0.000 0.000-1 16,-5.000-12.000 3-16,5.000 12.000-7 0,0.000 0.000-19 16,0.000 0.000-6-16,0.000 0.000-7 0,0.000 0.000-13 0,0.000 0.000-19 15,0.000 0.000-12-15,0.000 0.000-29 0,0.000 0.000-24 16,0.000 2.000-30-16,2.000 0.000-18 0,-1.000 1.000 5 15,4.000-1.000 16-15,1.000 5.000 49 0,2.000 0.000 2 16,1.000 1.000 18-16,1.000 4.000 7 0,1.000-1.000 13 16,-2.000 0.000-9-16,0.000-3.000-26 0,-2.000 2.000-2 15,0.000-4.000-1-15,-3.000-1.000-2 0,-2.000-2.000 0 16,1.000-2.000 1-16,-2.000 1.000 1 0,1.000-2.000 0 16,-2.000 0.000-1-16,1.000 0.000-1 0,-1.000 0.000-1 15,0.000 0.000-1-15,0.000 0.000 2 0,1.000 0.000-1 0,1.000 0.000-13 16,1.000 0.000 16-16,0.000-3.000 0 0,1.000-4.000 13 15,3.000 2.000-13-15,2.000-7.000-16 0,0.000-1.000-6 16,3.000-1.000-32-16,-1.000-6.000-19 0,0.000-1.000-20 16,0.000 1.000-38-16,1.000-1.000-81 0,-3.000 1.000-133 15,2.000 3.000-153-15,-5.000 4.000-296 0</inkml:trace>
  <inkml:trace contextRef="#ctx0" brushRef="#br0">3800.000 11407.000 82 0,'0.000'0.000'0'16,"0.000"0.000"-82"-16</inkml:trace>
  <inkml:trace contextRef="#ctx0" brushRef="#br0">5077.000 11241.000 636 0,'0.000'0.000'271'0,"0.000"0.000"-271"0,0.000 0.000-153 0,0.000 0.000 150 16,0.000 0.000 3-16,0.000 0.000 82 0,0.000 0.000 6 16,0.000 0.000 87-16,0.000 0.000-83 0,0.000 0.000-92 15,-56.000 42.000 49-15,51.000-37.000-14 0,1.000 1.000 30 16,1.000-1.000-3-16,0.000 0.000-16 0,-1.000 1.000 12 16,4.000-1.000-5-16,0.000 2.000 5 0,0.000 0.000 4 15,0.000 0.000-23-15,-3.000 3.000 383 0,3.000-1.000-231 16,-3.000 3.000-120-16,0.000 2.000-45 0,2.000 2.000 32 15,-1.000 4.000 0-15,-1.000 0.000 39 0,2.000 3.000 6 0,1.000-2.000-22 16,0.000 2.000 25-16,0.000-1.000-36 0,0.000-2.000-2 16,3.000-1.000-20-16,1.000-2.000-23 0,3.000 0.000 11 15,5.000 3.000 11-15,-2.000-1.000 5 0,4.000 4.000-1 16,1.000-1.000-26-16,2.000-1.000 1 0,-1.000 1.000-1 16,4.000-2.000 4-16,-1.000 0.000 2 0,4.000-1.000-12 15,0.000-2.000 1-15,4.000-1.000 2 0,2.000 1.000-20 0,3.000-3.000 11 16,-1.000-1.000 26-16,4.000-1.000-37 0,3.000-2.000-2 15,-1.000-2.000 3-15,3.000-3.000 0 0,1.000 0.000 22 16,-1.000-1.000-12-16,3.000-3.000-3 0,-1.000 1.000-10 16,0.000-2.000-5-16,1.000 0.000-7 0,-2.000 0.000 12 15,-1.000-2.000 0-15,0.000-3.000 19 0,-1.000-1.000-19 16,0.000-2.000-44-16,0.000-2.000 44 0,3.000 1.000 2 16,-5.000-1.000 25-16,2.000-2.000-25 0,-4.000 0.000 18 0,2.000 0.000-20 15,-4.000 0.000-9-15,-1.000-1.000 9 0,0.000-3.000 19 16,-2.000 2.000-18-16,0.000-3.000 1 0,-1.000-1.000 17 15,1.000 0.000-19-15,-2.000 0.000-10 0,-4.000-3.000 10 16,2.000 0.000 0-16,-1.000-2.000 2 0,-1.000-2.000 31 16,-2.000-2.000-33-16,0.000 0.000-13 0,-1.000-3.000 13 15,2.000 0.000 18-15,-4.000-2.000-2 0,0.000-3.000-3 16,-3.000 5.000-10-16,-2.000-1.000-1 0,-3.000 3.000-2 16,-2.000 3.000 13-16,-2.000 2.000 9 0,-5.000 2.000 9 15,-2.000-1.000 4-15,0.000 2.000-1 0,-2.000-1.000-8 0,-6.000 2.000-11 16,-2.000 1.000 17-16,-2.000-1.000-4 0,-4.000 0.000-9 15,-1.000 1.000 6-15,-5.000-1.000-23 0,-1.000 1.000 33 16,-4.000 1.000-35-16,-2.000 0.000 44 0,-3.000 0.000-43 16,-1.000 1.000 15-16,-1.000 1.000 24 0,-4.000 0.000-2 0,2.000 4.000-10 15,-4.000 0.000 3-15,-2.000 2.000-28 0,0.000 3.000 75 16,-5.000 1.000-19-16,0.000 2.000-56 0,-3.000 3.000 37 16,-2.000 0.000-15-16,-1.000 8.000-13 0,-4.000 3.000-11 15,0.000 5.000 36-15,-4.000 2.000-27 0,1.000 2.000-8 16,-2.000 2.000-2-16,0.000 3.000 31 0,0.000-2.000-2 15,3.000 2.000-28-15,-2.000 0.000-1 0,2.000 3.000 0 16,0.000 1.000 0-16,3.000 0.000 0 0,1.000 2.000 0 16,3.000 0.000-6-16,-1.000 0.000 5 0,2.000 0.000 1 15,1.000 0.000-77-15,3.000-2.000-10 0,-1.000-3.000-71 16,2.000 0.000-112-16,0.000-5.000-225 0,10.000-5.000-787 0,-22.000-3.000-917 16</inkml:trace>
  <inkml:trace contextRef="#ctx0" brushRef="#br0">21125.000 10883.000 165 0,'0.000'0.000'245'16,"0.000"0.000"-69"-16,0.000 0.000-20 0,0.000 0.000-16 15,0.000 0.000-55-15,0.000 0.000-65 0,0.000 0.000 9 16,0.000 0.000 13-16,0.000 0.000-12 0,0.000 0.000 6 16,0.000-4.000-23-16,0.000 4.000 3 0,0.000 0.000 3 15,0.000 0.000 1-15,0.000 0.000 182 0,0.000 0.000 94 16,-3.000 0.000-117-16,2.000 0.000-75 0,-2.000 0.000-33 15,2.000 1.000 10-15,-2.000 2.000-10 0,-1.000-2.000-19 0,2.000 0.000-52 16,-1.000 2.000-12-16,0.000 0.000-8 0,1.000-2.000 20 16,0.000 0.000 35-16,1.000 0.000 4 0,1.000 1.000 0 15,0.000-1.000 6-15,-2.000 0.000 14 0,1.000 3.000 15 16,-1.000-2.000 20-16,1.000 4.000-23 0,-1.000-1.000-26 0,-1.000 1.000 6 16,0.000 1.000 17-16,-2.000 2.000-1 0,1.000-2.000-25 15,1.000 1.000-16-15,0.000 1.000 6 0,0.000-1.000 6 16,1.000-1.000-36-16,1.000 2.000 14 0,-1.000-3.000-16 15,2.000-3.000-1-15,0.000 2.000-31 0,0.000-5.000 30 16,0.000 4.000 2-16,3.000-3.000 1 0,0.000 0.000 34 16,0.000 0.000-6-16,0.000 1.000-6 0,2.000-2.000-7 15,-3.000 0.000-13-15,2.000 0.000 13 0,2.000 0.000-3 16,-3.000 0.000-10-16,2.000 0.000 26 0,0.000 0.000-29 16,1.000 0.000 11-16,0.000 0.000-10 0,0.000-2.000 1 0,-1.000 0.000 30 15,3.000-3.000-29-15,-2.000 2.000 16 0,0.000-1.000-3 16,-1.000 0.000-15-16,-2.000 2.000 0 0,0.000-3.000 11 15,0.000 3.000 10-15,-1.000-2.000-19 0,0.000 3.000 16 16,-1.000-3.000 0-16,1.000 3.000-16 0,-1.000 0.000 20 16,1.000-2.000-4-16,-1.000 0.000 9 0,-1.000 2.000 1 0,0.000-2.000-10 15,0.000 2.000-3-15,0.000-1.000 9 0,0.000-1.000 4 16,0.000 2.000-10-16,0.000-1.000 0 0,0.000 0.000-6 16,0.000-1.000 0-16,0.000 0.000-13 0,0.000-1.000-3 15,0.000-2.000-16-15,0.000 1.000 3 0,0.000 0.000 16 16,0.000 3.000 3-16,0.000-3.000 20 0,-1.000-1.000-23 15,1.000 1.000-11-15,0.000-1.000-24 0,0.000 1.000 13 16,0.000-1.000 3-16,0.000 3.000 19 0,0.000-1.000 0 16,-2.000 3.000 19-16,2.000-1.000 19 0,-1.000 0.000 0 15,-1.000 2.000-3-15,1.000 0.000-16 0,-1.000-1.000 3 0,1.000 1.000 0 16,0.000 0.000-6-16,-2.000 0.000 0 0,1.000-2.000-4 16,1.000 2.000-10-16,-1.000 0.000 11 0,2.000 0.000-13 15,-3.000 0.000-1-15,3.000 0.000-12 0,-3.000 0.000-18 16,3.000 0.000-26-16,-4.000 0.000-70 0,2.000 0.000-111 15,-4.000-1.000-220-15,1.000 1.000-801 0,36.000 3.000-318 0</inkml:trace>
  <inkml:trace contextRef="#ctx0" brushRef="#br0">20063.000 10944.000 64 0,'0.000'0.000'382'0,"0.000"0.000"-148"16,0.000 0.000-67-16,0.000 0.000-24 0,0.000 0.000-117 15,0.000 0.000 26-15,0.000 0.000 7 0,0.000 0.000 0 16,0.000 0.000-37-16,0.000 0.000 56 0,0.000 29.000 251 16,0.000-27.000-202-16,0.000-2.000-69 0,0.000 1.000 30 15,0.000 2.000 42-15,0.000-2.000 6 0,0.000 0.000-6 16,3.000-1.000-20-16,-3.000 4.000-26 0,0.000-4.000-7 15,1.000 1.000 11-15,-1.000 0.000 2 0,0.000 0.000-23 0,2.000 2.000-18 16,-1.000-2.000-14-16,-1.000 0.000 7 16,0.000 0.000-26-16,2.000 2.000 0 0,-1.000-1.000-15 0,1.000 0.000-1 15,-1.000 1.000 13-15,2.000-1.000-11 0,2.000 0.000 43 16,-3.000 0.000-23-16,1.000 0.000-4 0,2.000 1.000-18 16,0.000-1.000-3-16,0.000-1.000-10 0,0.000 2.000 10 0,-2.000-2.000-10 15,2.000 0.000 12-15,-1.000 0.000 1 16,0.000-1.000 10-16,0.000 2.000-10 0,-1.000-2.000-3 0,-1.000 0.000-26 15,-1.000 0.000 16-15,1.000 0.000 1 0,-1.000 0.000 12 16,1.000 0.000 13-16,-2.000 0.000 0 0,1.000-2.000 3 16,1.000 0.000 0-16,-2.000-2.000 0 0,2.000 0.000 0 15,-2.000 0.000-16-15,0.000 0.000 0 0,0.000-3.000-10 16,0.000 2.000 10-16,0.000 1.000 13 0,0.000-1.000 3 16,0.000-1.000-16-16,0.000 1.000-34 0,0.000 0.000 12 15,0.000 0.000 0-15,0.000 2.000 22 0,-2.000-1.000 23 16,0.000 3.000-20-16,1.000 0.000 6 0,-2.000-2.000-9 15,1.000 2.000-28-15,-1.000 1.000 14 0,0.000 0.000 12 0,-1.000 0.000-16 16,-1.000 0.000-20-16,-1.000 0.000-23 0,-2.000 0.000 13 16,1.000 0.000-13-16,-3.000 5.000-7 0,2.000-1.000-13 15,0.000 0.000-32-15,-2.000 0.000-42 0,2.000 0.000-149 16,0.000-1.000-262-16,-3.000 1.000-506 0</inkml:trace>
  <inkml:trace contextRef="#ctx0" brushRef="#br0">19308.000 10968.000 261 0,'0.000'0.000'450'0,"0.000"0.000"-199"15,0.000 0.000-163-15,0.000 0.000-75 0,0.000 0.000 36 16,0.000 0.000 16-16,0.000 0.000 345 0,0.000 0.000-114 0,0.000 0.000-231 15,0.000 0.000-36-15,0.000 0.000 33 0,-3.000 46.000 51 16,5.000-43.000 39-16,-1.000-2.000-25 0,2.000 3.000-60 16,-2.000-2.000-12-16,2.000 0.000 26 0,0.000 1.000-7 15,-3.000-2.000 13-15,3.000 4.000 0 0,-3.000-3.000-33 16,3.000 1.000-22-16,0.000-1.000 1 0,-2.000 2.000 2 16,3.000-3.000-16-16,-1.000 3.000 0 0,0.000-2.000-6 0,2.000-1.000 16 15,-1.000-1.000-13-15,2.000 0.000-3 0,-1.000 0.000 6 16,1.000 0.000-18-16,0.000 0.000 21 0,0.000-3.000 33 15,0.000-1.000 2-15,1.000 3.000-22 0,-2.000-4.000-32 16,-2.000 0.000 16-16,0.000 2.000 4 0,-1.000-1.000 2 16,-1.000 1.000-3-16,-1.000 1.000-9 0,0.000-1.000-12 15,0.000 0.000-1-15,0.000 0.000-16 0,0.000 0.000 16 16,-3.000 1.000 18-16,0.000 0.000-18 0,0.000 0.000-3 16,-2.000 0.000 2-16,-1.000 1.000-15 0,3.000-3.000 13 15,-1.000 4.000 3-15,0.000-2.000-2 0,1.000-1.000-17 0,0.000 3.000 6 16,-2.000-1.000-6-16,2.000 0.000-22 0,-1.000 0.000-33 15,2.000 1.000-28-15,-1.000-1.000-26 0,0.000-1.000-26 16,-2.000 2.000-84-16,1.000 0.000-147 0,-1.000-1.000-271 16,-6.000-1.000-587-16</inkml:trace>
  <inkml:trace contextRef="#ctx0" brushRef="#br0">18180.000 10956.000 871 0,'0.000'0.000'267'0,"0.000"0.000"-267"15,0.000 0.000 0-15,0.000 0.000 57 0,0.000 0.000 301 16,0.000 0.000 126-16,0.000 0.000-270 0,0.000 0.000-149 15,0.000 0.000-45-15,0.000 0.000 18 0,0.000 0.000 37 16,15.000 18.000 22-16,-12.000-17.000 0 0,-1.000 2.000 6 0,-1.000 0.000-68 16,2.000 1.000 20-16,0.000-1.000 15 0,0.000 1.000-2 15,0.000-2.000-36-15,0.000 3.000 3 0,1.000 0.000-32 16,0.000-1.000 0-16,-2.000-1.000 9 0,2.000 0.000 5 16,-1.000 0.000-17-16,0.000-2.000-2 0,0.000 2.000 1 15,0.000-2.000 1-15,0.000-1.000 0 0,1.000 0.000 23 0,-3.000 0.000 6 16,1.000 0.000-10-16,-1.000 0.000-3 0,-1.000-3.000 12 15,3.000 1.000 8-15,-2.000-3.000 5 0,-1.000 1.000-6 16,3.000-1.000-16-16,-3.000-2.000-3 0,3.000 2.000-14 16,-3.000-1.000 11-16,0.000 0.000-12 0,0.000 1.000 12 15,0.000 0.000 6-15,0.000 3.000-3 0,0.000-3.000 0 16,0.000 4.000 6-16,0.000-2.000-6 0,-3.000 2.000 0 16,2.000 1.000 0-16,-1.000-1.000 3 0,-2.000 0.000 3 15,3.000 1.000-19-15,-2.000-1.000-1 0,-3.000-1.000 11 16,3.000 2.000 0-16,0.000-1.000-13 0,-1.000 1.000 0 0,0.000 0.000 1 15,1.000-2.000-1-15,0.000 2.000 3 0,-2.000-2.000-2 16,1.000 1.000 0-16,2.000 1.000 27 0,0.000 0.000 10 16,-1.000 0.000-3-16,2.000 0.000-16 0,-1.000 0.000 3 15,1.000 0.000 7-15,-1.000 0.000-11 0,-1.000 0.000-18 16,0.000 1.000-22-16,1.000 1.000-1 0,-1.000 1.000-2 0,0.000 1.000 3 16,0.000-3.000 6-16,0.000 3.000 4 0,0.000-1.000 9 15,2.000-2.000 3-15,-1.000 2.000 13 0,-2.000-2.000 0 16,1.000 3.000-1-16,0.000-2.000-9 0,0.000 1.000 0 15,0.000-1.000 16-15,0.000-1.000 0 0,-1.000 1.000 0 16,3.000 0.000-16-16,-2.000-2.000-1 0,2.000 1.000-2 16,-2.000-1.000-25-16,1.000 0.000-67 0,1.000 1.000-105 0,-4.000 0.000-199 15,2.000-1.000-583-15,-9.000 2.000-993 0</inkml:trace>
  <inkml:trace contextRef="#ctx0" brushRef="#br0">17459.000 10944.000 440 0,'0.000'0.000'653'0,"0.000"0.000"-651"16,0.000 0.000 39-16,0.000 0.000-6 0,0.000 0.000 4 16,0.000 0.000 196-16,0.000 0.000 334 0,0.000 0.000-320 15,0.000 0.000-161-15,0.000 0.000-20 0,0.000 0.000 16 16,0.000 2.000 19-16,0.000-2.000-3 0,0.000 0.000-26 0,0.000 0.000-32 16,0.000 1.000 3-16,0.000 1.000 16 0,0.000 0.000 6 15,0.000-1.000-12-15,0.000 4.000-33 0,0.000-1.000 10 16,0.000 3.000 19-16,0.000-2.000-6 0,0.000 1.000-45 15,0.000 1.000 0-15,0.000-2.000-19 0,0.000 1.000-10 16,0.000-2.000 9-16,2.000 0.000 20 0,0.000-1.000 35 0,0.000 0.000-14 16,-1.000-2.000-21-16,2.000 2.000-3 15,-1.000-3.000 1-15,-1.000 0.000 1 0,1.000 0.000-1 0,-1.000 0.000-1 16,3.000 0.000-10-16,-1.000 0.000 12 0,0.000-4.000 1 16,-2.000 1.000 25-16,2.000 0.000-2 0,0.000-3.000-4 15,0.000 0.000-17-15,-1.000 1.000 17 0,1.000-2.000-16 16,-2.000 1.000 23-16,-1.000 0.000-10 0,1.000 1.000 6 15,-1.000 1.000-19-15,0.000 0.000 32 0,0.000 0.000-19 16,0.000 3.000-3-16,-1.000-1.000 6 0,0.000-1.000 0 16,1.000 0.000 2-16,-2.000 1.000-21 0,1.000-1.000-1 0,1.000 1.000-1 15,-2.000-1.000-14-15,1.000 0.000 13 0,-1.000-1.000 0 16,2.000 1.000-9-16,-3.000 1.000 12 0,0.000 0.000 23 16,2.000-1.000 12-16,-2.000 2.000-7 0,0.000 0.000-15 15,-1.000-1.000 12-15,1.000 2.000 16 0,0.000 0.000-12 16,2.000 0.000-7-16,-2.000 0.000-22 0,0.000 0.000-12 0,-1.000 0.000-38 15,1.000 0.000-14-15,-2.000 0.000-53 0,-2.000 0.000-97 16,0.000 2.000-203-16,1.000-1.000-243 0,-11.000 4.000-790 0</inkml:trace>
  <inkml:trace contextRef="#ctx0" brushRef="#br0">16518.000 10979.000 1027 0,'0.000'0.000'117'0,"0.000"0.000"-113"15,0.000 0.000 22-15,0.000 0.000 84 0,0.000 0.000 424 16,0.000 0.000-200-16,0.000 0.000-153 0,0.000 0.000-74 16,0.000 0.000-16-16,0.000 0.000 25 0,0.000 2.000 26 15,0.000-2.000-14-15,0.000 2.000-28 0,0.000-2.000-20 16,0.000 2.000-19-16,0.000-2.000-4 0,0.000 1.000 10 15,0.000 0.000-22-15,0.000 0.000-20 0,0.000 3.000-12 16,0.000 1.000 16-16,0.000 1.000-10 0,0.000-1.000 3 16,0.000 1.000-10-16,0.000 1.000-11 0,0.000-2.000-2 0,0.000-1.000 0 15,2.000 3.000-1-15,2.000 0.000 2 0,-1.000-1.000 23 16,1.000 1.000 9-16,0.000 0.000-7 0,-2.000-3.000-25 16,2.000 1.000 3-16,-1.000-2.000-2 0,0.000 0.000-1 15,-2.000 0.000-1-15,2.000-2.000-21 0,1.000-1.000 3 0,-1.000 0.000 3 16,2.000 0.000 16-16,-1.000 0.000 1 15,3.000-2.000 0-15,-2.000-3.000 31 0,3.000 0.000 0 0,-1.000-2.000-23 16,-1.000-2.000-9-16,0.000 0.000-13 0,-2.000-2.000 12 16,-1.000 0.000 0-16,-3.000 1.000-2 0,0.000 2.000 3 15,0.000 1.000 29-15,0.000 1.000 5 0,-3.000 3.000-8 16,-1.000 0.000-10-16,1.000 2.000-4 0,-1.000 0.000-10 16,-1.000-1.000 36-16,-1.000 2.000 0 0,1.000 0.000-16 15,1.000 0.000 3-15,-2.000 0.000-25 0,0.000 0.000-12 16,-1.000 2.000-26-16,1.000 0.000 13 0,-2.000-1.000-1 15,2.000 2.000 11-15,1.000-1.000 14 0,1.000 1.000 1 16,0.000 0.000 0-16,1.000-3.000 2 0,-1.000 2.000 10 0,1.000 0.000-10 16,1.000-1.000 1-16,-1.000-1.000-2 0,0.000 1.000 2 15,-1.000 0.000 13-15,1.000-1.000-13 0,-1.000 0.000 19 16,-1.000 2.000-21-16,0.000 0.000-1 0,-1.000-1.000-16 16,0.000 2.000-6-16,0.000-2.000 0 0,1.000 2.000-10 15,-2.000-3.000-6-15,4.000 3.000-38 0,-2.000-2.000-45 0,2.000 1.000-134 16,1.000 0.000-275-16,-1.000 1.000-594 0</inkml:trace>
  <inkml:trace contextRef="#ctx0" brushRef="#br0">19536.000 11238.000 767 0,'0.000'0.000'131'0,"0.000"0.000"-40"0,0.000 0.000-26 15,0.000 0.000-23-15,0.000 0.000 14 0,0.000 0.000 45 0,0.000 0.000 494 16,0.000 0.000-306-16,0.000 0.000-153 0,0.000 0.000-45 16,26.000-18.000-20-16,-25.000 18.000 3 0,-1.000 0.000 13 15,0.000 0.000 10-15,0.000 0.000-20 0,0.000 0.000-16 16,0.000 0.000-12-16,0.000 0.000 2 0,0.000 0.000 4 16,0.000 0.000 2-16,0.000 0.000 4 0,0.000 0.000-6 15,0.000 0.000-14-15,0.000 0.000-9 0,0.000 0.000 3 16,0.000 2.000-9-16,0.000 1.000-4 0,2.000 0.000 19 15,1.000 2.000 4-15,0.000 1.000 3 0,-1.000-1.000-4 16,2.000 3.000-12-16,-1.000 0.000 3 0,0.000 1.000-16 16,2.000 1.000 16-16,1.000 0.000 9 0,-1.000 5.000 35 15,1.000-1.000-41-15,0.000-2.000 25 0,-1.000 4.000-10 0,1.000-2.000-12 16,-1.000 2.000-28-16,2.000 2.000 18 0,-2.000-2.000 3 16,1.000 4.000 1-16,0.000-2.000-9 0,1.000 0.000-14 15,0.000-3.000-9-15,-1.000 1.000-1 0,1.000-4.000-2 16,2.000-1.000-1-16,0.000-1.000-14 0,1.000 2.000 15 0,-1.000-2.000 44 15,3.000 0.000-22-15,-1.000-1.000 9 0,-1.000 0.000-16 16,1.000-1.000-2-16,-1.000-2.000-10 0,0.000 1.000 25 16,2.000-2.000-16-16,-1.000 0.000 7 0,4.000 2.000 22 15,4.000-1.000-17-15,2.000 0.000 7 0,1.000 1.000 4 16,2.000-1.000-8-16,2.000 0.000-14 0,-1.000 1.000 4 16,1.000-1.000-17-16,-1.000 1.000-2 0,0.000 0.000 1 15,1.000-1.000 1-15,2.000 1.000 0 0,-3.000-2.000 24 16,3.000-2.000-8-16,0.000 3.000-4 0,1.000-4.000-12 15,-1.000 2.000 0-15,2.000-3.000-16 0,0.000 3.000 4 0,0.000-4.000 0 16,1.000 1.000 12-16,0.000 1.000 18 0,0.000-1.000-17 16,0.000-1.000-1-16,0.000 0.000 2 0,0.000 0.000 15 15,2.000 0.000-3-15,-1.000 0.000-13 0,1.000-3.000 0 16,1.000 2.000 1-16,0.000-5.000 20 0,2.000 1.000-21 16,0.000-2.000-1-16,4.000 0.000-1 0,0.000-3.000 1 15,1.000 2.000 1-15,2.000-2.000-1 0,-1.000 3.000 0 0,3.000-4.000 6 16,-2.000 5.000-6-16,-1.000-2.000 0 0,-2.000 2.000 0 15,-4.000 1.000-1-15,-2.000-1.000 0 0,-6.000 3.000 1 16,0.000 0.000-3-16,-4.000-1.000 2 0,-1.000 1.000 2 16,2.000 0.000 0-16,-1.000-2.000-1 0,-2.000 0.000 0 15,3.000-1.000 16-15,0.000 0.000-1 0,1.000-2.000-12 16,-1.000 2.000-3-16,-3.000-1.000-2 0,-2.000 1.000-1 16,-3.000 1.000 3-16,-6.000 2.000 11 0,-3.000 0.000-11 15,-4.000 2.000 1-15,-2.000 1.000 2 0,-2.000 0.000 41 16,0.000 0.000 14-16,0.000-1.000-9 0,0.000 1.000 0 0,0.000 0.000-6 15,0.000 0.000 7-15,0.000-1.000-17 0,0.000 1.000-32 16,0.000-3.000 24-16,0.000 2.000-25 0,0.000-2.000-13 16,0.000 0.000-11-16,0.000 0.000-4 0,-2.000-1.000-2 15,1.000-1.000-16-15,-1.000 1.000-16 0,1.000 0.000-24 16,-4.000 0.000-31-16,0.000 2.000-44 0,-3.000-2.000-88 16,-6.000 2.000-142-16,-2.000-2.000-184 0,0.000 4.000-607 0,-11.000 0.000-402 0,124.000 39.000 1199 15</inkml:trace>
  <inkml:trace contextRef="#ctx0" brushRef="#br0">21156.000 11597.000 55 0,'0.000'0.000'372'0,"0.000"0.000"-121"16,0.000 0.000-6-16,0.000 0.000-37 0,0.000 0.000-12 0,0.000 0.000 67 16,0.000 0.000 134-16,0.000 0.000-122 0,0.000 0.000-100 15,0.000 0.000-30-15,7.000-4.000-13 0,-7.000 4.000 13 16,0.000 0.000 3-16,0.000 0.000-10 0,0.000 0.000-33 16,0.000 0.000-16-16,0.000 0.000-15 0,0.000 1.000-17 15,1.000 1.000-16-15,-1.000-1.000-9 0,3.000 1.000 6 0,0.000 0.000 22 16,3.000 1.000 16-16,0.000-1.000 15 0,-1.000-1.000-21 15,1.000 2.000-33-15,2.000-2.000-24 0,-2.000-1.000 3 16,3.000 1.000 5-16,1.000-1.000 17 0,3.000 0.000 16 16,0.000 0.000-13-16,1.000 0.000-10 0,0.000 0.000-9 15,3.000-2.000 6-15,-1.000-2.000 0 0,2.000-1.000-25 16,1.000 0.000 10-16,1.000 1.000 5 0,3.000-2.000 4 16,-1.000 0.000 0-16,3.000 0.000-22 0,1.000 1.000 0 15,-1.000-2.000-1-15,3.000 2.000 1 0,-2.000-1.000 0 16,-2.000 1.000-9-16,-1.000 1.000 9 0,-1.000 1.000 0 0,-5.000-1.000-11 15,-2.000 4.000 10-15,-4.000 0.000 1 0,1.000 0.000-9 16,-1.000 0.000 9-16,1.000 0.000 25 0,2.000 0.000-3 16,-1.000 0.000 2-16,4.000 0.000-8 0,-3.000 0.000-16 15,0.000 0.000 15-15,0.000 0.000 4 0,0.000 0.000-17 0,-2.000 0.000 11 16,0.000 0.000-13-16,1.000 0.000 12 16,-3.000-1.000 0-16,-1.000 0.000-9 0,-1.000-2.000-2 0,-4.000 2.000-1 15,-1.000 1.000 0-15,-3.000 0.000 0 0,0.000 0.000 2 16,0.000 0.000 13-16,0.000 0.000-12 0,0.000 0.000 6 15,0.000 0.000-9-15,2.000 0.000-18 0,-1.000 0.000-7 16,2.000 0.000-9-16,3.000 0.000 32 0,2.000 0.000 2 16,0.000-1.000 3-16,0.000-1.000 12 0,3.000-1.000-14 15,-2.000 1.000-1-15,-1.000-1.000 0 0,0.000 2.000 0 16,-2.000-1.000 0-16,1.000 1.000-2 0,-4.000-2.000-29 16,-1.000 3.000-28-16,-2.000 0.000-43 0,0.000 0.000-40 0,0.000 0.000-90 15,-8.000 0.000-157-15,-2.000-1.000-361 0,2.000 0.000-589 16</inkml:trace>
  <inkml:trace contextRef="#ctx0" brushRef="#br0">21750.000 11444.000 355 0,'0.000'0.000'2069'15,"0.000"0.000"-1811"-15,0.000 0.000-226 0,0.000 0.000 4 16,0.000 0.000 64-16,0.000 0.000 76 0,0.000 0.000 64 16,0.000 0.000-27-16,0.000 0.000-95 0,0.000 0.000-30 15,0.000 0.000 1-15,12.000 4.000-14 0,-7.000-3.000-15 16,0.000 1.000-10-16,1.000 1.000 0 0,0.000 0.000 1 0,2.000 0.000 3 16,1.000-1.000-4-16,1.000 2.000-13 0,2.000-1.000-3 15,1.000 3.000-9-15,3.000-2.000-3 0,-3.000-1.000 3 16,5.000 1.000-7-16,0.000 1.000 7 0,0.000-2.000 3 15,-2.000 1.000-25-15,3.000-2.000 0 0,-4.000 2.000-3 16,0.000-3.000 2-16,-3.000 4.000 21 0,1.000-4.000-23 0,-5.000 2.000-3 16,1.000-2.000-9-16,-1.000 0.000 9 0,-3.000 0.000 3 15,-1.000-1.000 1-15,-1.000 1.000 11 0,-3.000-1.000-10 16,3.000 2.000 0-16,-1.000-2.000 11 0,-2.000 0.000-11 16,1.000 0.000 0-16,1.000 1.000-1 0,0.000-1.000 1 15,0.000 0.000 1-15,-1.000 0.000 9 0,2.000 1.000-10 16,-1.000-1.000 0-16,-1.000 0.000 11 0,-1.000 0.000-13 15,3.000 0.000 1-15,-3.000 1.000-1 0,1.000-1.000 1 16,-1.000 0.000-1-16,0.000 0.000-1 0,2.000 0.000-1 16,-2.000 0.000 1-16,1.000 2.000 0 0,1.000-1.000 0 15,-1.000-1.000 1-15,0.000 2.000 2 0,-1.000-1.000 10 0,3.000-1.000-9 16,-3.000 0.000 13-16,3.000 1.000-13 0,-3.000-1.000 9 16,3.000 1.000-9-16,-1.000 1.000 10 0,-1.000-1.000-1 15,1.000-1.000 0-15,-1.000 1.000-10 0,1.000-1.000 1 16,-2.000 0.000 10-16,0.000 0.000-1 0,0.000 0.000 0 0,0.000 0.000 10 15,0.000 0.000 21-15,-3.000 3.000 34 0,-5.000 0.000 55 16,-6.000-1.000 92-16,-9.000 3.000-57 0,-10.000 4.000-91 16,-9.000-1.000-51-16,-7.000 3.000-13 0,-7.000 0.000-11 15,-3.000-2.000-1-15,-2.000 1.000-22 0,1.000-2.000-41 16,3.000-3.000-117-16,8.000-1.000-50 0,5.000-4.000-99 16,14.000 0.000-754-16,-4.000-13.000-2075 0</inkml:trace>
  <inkml:trace contextRef="#ctx0" brushRef="#br0">20144.000 15229.000 245 0,'0.000'0.000'391'16,"0.000"0.000"-202"-16,0.000 0.000-95 0,0.000 0.000-2 15,0.000 0.000 45-15,0.000 0.000 12 0,0.000 0.000-31 16,0.000 0.000-63-16,0.000 0.000-52 0,0.000 0.000 0 16,0.000 0.000 17-16,0.000-6.000 6 0,0.000 6.000 29 15,0.000 0.000 43-15,0.000 0.000 48 0,-1.000 0.000-3 16,1.000 2.000-23-16,0.000-1.000-26 0,-2.000 0.000-16 16,1.000 1.000-26-16,-1.000 1.000-20 0,1.000 2.000 3 15,-1.000 3.000-12-15,1.000 1.000 13 0,-1.000 2.000 15 16,-1.000 1.000-22-16,3.000 0.000 13 0,-1.000 0.000-29 0,-2.000 0.000 10 15,3.000-2.000-23-15,0.000 1.000 0 16,-1.000 3.000 6-16,0.000-1.000 46 0,1.000-1.000-34 0,-2.000 3.000-17 16,1.000-2.000 11-16,-2.000-1.000 24 0,1.000 1.000-11 15,1.000 1.000-2-15,-1.000 0.000 6 0,-1.000-2.000 10 16,2.000 3.000-37-16,-1.000-3.000 8 0,0.000 2.000-7 0,0.000 1.000-3 16,1.000 0.000 13-16,-1.000-1.000-13 0,1.000 1.000 0 15,1.000 0.000-16-15,0.000 0.000 13 0,-2.000 0.000 0 16,2.000 0.000 3-16,0.000 0.000 0 0,0.000 2.000 13 15,0.000-2.000-2-15,-2.000 0.000-11 0,0.000-1.000-29 16,1.000 0.000 29-16,-1.000 1.000 33 0,2.000-3.000-33 16,0.000 0.000 14-16,0.000-1.000-14 0,0.000-2.000-55 15,0.000 0.000 55-15,0.000 1.000 4 0,0.000 1.000-4 16,0.000-1.000-3-16,0.000 2.000 0 0,0.000-2.000 3 16,0.000 2.000 17-16,0.000-1.000-4 0,0.000 2.000-13 15,0.000-2.000 0-15,0.000 2.000 10 0,0.000 1.000-10 16,0.000-2.000 16-16,-3.000 1.000-16 0,3.000 0.000-23 0,-1.000-1.000 20 15,1.000 0.000 2-15,0.000-1.000 1 0,0.000 2.000-1 16,0.000-3.000-18-16,0.000 0.000 15 0,0.000-1.000-12 16,0.000 2.000 14-16,1.000-3.000 1 0,-1.000 3.000-10 0,0.000 1.000 11 15,0.000-1.000 13-15,0.000 1.000 3 0,0.000 1.000 0 16,0.000 1.000-16-16,-2.000-2.000 24 0,-1.000 3.000-24 16,0.000-4.000-11-16,0.000 1.000 10 0,1.000-2.000 1 15,1.000-1.000-13-15,-1.000 0.000 13 0,1.000 0.000-1 16,-1.000-1.000 1-16,2.000 1.000 13 0,-4.000 0.000-13 15,4.000 0.000-13-15,0.000 0.000 13 0,0.000-1.000-1 16,0.000 2.000-21-16,0.000 0.000 22 0,0.000 0.000 22 16,0.000 2.000-22-16,0.000-2.000-10 0,-1.000 3.000 10 0,0.000-4.000 13 15,-1.000 3.000-13-15,1.000-1.000 1 0,-2.000 1.000 35 16,1.000 1.000-23-16,-1.000-2.000-10 0,0.000 1.000-1 16,2.000-1.000 0-16,-1.000 0.000 0 0,0.000-1.000-2 15,0.000-1.000-2-15,1.000 0.000 0 0,-1.000 1.000 0 16,1.000 0.000 2-16,1.000 1.000 9 0,-3.000 0.000-9 15,3.000 0.000 0-15,0.000-1.000 3 0,0.000 2.000-3 0,0.000-2.000 12 16,0.000 2.000-12-16,0.000-2.000-31 0,0.000 0.000 31 16,0.000 1.000 3-16,0.000-1.000 9 0,0.000 1.000 11 15,0.000-1.000-22-15,-1.000 1.000 15 0,1.000-3.000-16 16,-2.000 2.000 0-16,2.000-2.000 1 0,-1.000 2.000-1 16,-1.000 1.000 2-16,1.000 0.000 14 0,-1.000 2.000 2 15,2.000-1.000-18-15,-1.000 0.000 0 0,0.000 0.000 12 0,1.000 0.000-12 16,0.000-1.000 0-16,-2.000 0.000-2 0,2.000 3.000 2 15,-1.000 0.000 2-15,1.000-1.000-2 0,0.000 0.000 1 16,0.000-2.000-2-16,0.000 1.000-11 0,0.000-1.000 10 16,0.000 1.000 1-16,0.000-1.000 1 0,0.000 2.000 0 15,0.000-1.000 0-15,0.000 0.000 2 0,0.000-3.000-1 16,0.000 3.000 0-16,0.000 0.000 3 0,0.000 2.000 12 16,0.000-4.000-13-16,0.000 2.000-3 0,0.000-1.000-2 15,0.000 0.000 2-15,0.000 2.000 0 0,0.000-2.000-2 16,0.000 3.000 3-16,0.000-2.000-2 0,0.000 3.000-8 0,1.000-2.000 9 15,-1.000 1.000 11-15,0.000 1.000-9 16,2.000-2.000 11-16,0.000 0.000-13 0,-2.000-2.000-15 0,3.000 1.000 15 16,-3.000-2.000 0-16,3.000-1.000-3 0,-3.000 0.000 3 15,2.000-2.000 0-15,-1.000 1.000 0 0,2.000-3.000-2 16,-2.000 2.000 0-16,1.000-1.000 2 0,-2.000 0.000 0 0,1.000 1.000 20 16,-1.000-1.000-1-16,0.000 1.000-6 0,0.000 0.000-12 15,0.000-4.000-1-15,0.000 1.000 1 0,0.000-1.000 2 16,0.000 0.000 13-16,0.000-1.000 7 0,0.000-1.000 2 15,0.000-1.000-6-15,0.000 0.000-6 0,0.000 0.000-10 16,0.000 0.000 10-16,0.000 0.000-10 0,0.000 0.000-3 16,0.000-1.000-48-16,2.000-5.000-54 0,0.000-6.000-65 15,1.000-5.000-152-15,0.000-7.000-157 0,2.000 2.000-515 16</inkml:trace>
  <inkml:trace contextRef="#ctx0" brushRef="#br0">21545.000 11854.000 85 0,'0.000'0.000'238'0,"0.000"0.000"-108"0,0.000 0.000-58 16,0.000 0.000-7-16,0.000 0.000 13 0,0.000 0.000 24 15,0.000 0.000 15-15,0.000 0.000 3 0,0.000 0.000-6 16,0.000 0.000 7-16,0.000 0.000 6 0,0.000 0.000-7 15,0.000 0.000-22-15,0.000 0.000-39 0,0.000 0.000-7 16,0.000 0.000-7-16,0.000 0.000-3 0,0.000 0.000-3 16,-3.000 0.000-13-16,3.000 0.000 16 0,0.000 0.000-16 15,0.000 0.000-9-15,0.000 0.000-14 0,0.000 0.000 10 16,0.000 0.000-13-16,0.000 0.000-3 0,0.000 0.000-20 0,0.000 0.000 21 16,0.000 0.000 2-16,0.000 3.000 0 0,0.000 0.000 39 15,0.000 2.000-10-15,0.000 0.000-26 0,0.000 0.000 20 16,0.000 0.000-22-16,0.000 0.000 12 0,0.000 1.000-13 0,0.000-1.000 1 15,0.000 0.000 2-15,0.000 0.000 20 0,0.000-1.000 6 16,0.000 1.000 13-16,0.000-1.000 39 0,0.000 0.000-46 16,0.000-1.000-35-16,0.000 3.000 0 0,0.000 0.000-2 15,0.000 0.000 0-15,0.000 1.000-11 0,0.000 3.000-5 16,-1.000 0.000 18-16,1.000-1.000 18 0,-2.000 1.000-18 16,2.000-2.000-13-16,0.000 3.000 13 0,0.000-1.000-20 15,0.000-1.000 20-15,0.000 4.000 0 0,0.000-1.000 14 16,0.000-1.000-14-16,-1.000 2.000 2 0,-1.000 1.000-2 15,-1.000 0.000 3-15,0.000 0.000 26 0,-2.000 1.000 0 16,2.000-1.000 3-16,0.000-1.000 33 0,0.000-2.000-36 16,1.000 2.000-13-16,1.000-1.000 1 0,1.000 1.000-15 0,-3.000-3.000 0 15,3.000 0.000-1-15,0.000 1.000 1 0,0.000-1.000-2 16,0.000 1.000-19-16,0.000 0.000 19 0,0.000 1.000 1 16,0.000-4.000-1-16,0.000 3.000 0 0,0.000-1.000 1 0,0.000-1.000 18 15,-3.000 1.000-18-15,3.000-2.000 19 0,-2.000-1.000 2 16,-1.000 2.000 7-16,1.000-4.000 4 0,-1.000 2.000-31 15,2.000-1.000-2-15,-1.000-1.000 0 0,2.000 0.000 0 16,0.000 0.000 19-16,-1.000-1.000 0 0,1.000 2.000-6 16,-2.000-2.000-13-16,2.000 2.000 23 0,-1.000-2.000 13 15,-1.000 1.000-11-15,2.000 1.000-9 0,-1.000-1.000-3 16,0.000 1.000 0-16,-1.000 1.000 16 0,1.000 0.000 7 16,1.000-2.000-17-16,-3.000 1.000 13 0,2.000 0.000-6 15,-1.000 0.000-13-15,1.000 1.000 0 0,-1.000-1.000-10 16,1.000 2.000 26-16,-1.000 1.000-27 0,-1.000-2.000-2 0,2.000 2.000 2 15,0.000 0.000 1-15,1.000-2.000 0 0,-2.000 2.000 29 16,1.000-1.000-12-16,1.000-1.000-17 0,-2.000 0.000 10 16,2.000-3.000-10-16,0.000 1.000-3 0,0.000-2.000-3 15,0.000-1.000-13-15,0.000 0.000 15 0,0.000 1.000-1 16,0.000-3.000-1-16,0.000 3.000 1 0,0.000 0.000 2 0,0.000-1.000 2 16,0.000 2.000 9-16,0.000-1.000-11 0,0.000 2.000-1 15,0.000 1.000 1-15,0.000 0.000 0 0,0.000 1.000 2 16,0.000 1.000-1-16,0.000-3.000-1 0,0.000 0.000-1 15,0.000-1.000 0-15,0.000-2.000-22 0,0.000 3.000 20 16,0.000-4.000 0-16,0.000-1.000-10 0,0.000 1.000 10 16,0.000-1.000 2-16,0.000 0.000 1 0,0.000 0.000 0 15,2.000 0.000 3-15,-2.000 0.000 0 0,0.000 0.000 0 16,0.000 0.000-3-16,0.000 0.000-2 0,0.000 0.000-30 16,1.000 0.000-9-16,1.000 0.000-21 0,-2.000 0.000-8 0,0.000 0.000-17 15,0.000 0.000-33-15,2.000-1.000-22 0,1.000 0.000-46 16,0.000-4.000-152-16,-1.000 1.000-151 0,-1.000-1.000-658 0,-15.000 21.000 919 15</inkml:trace>
  <inkml:trace contextRef="#ctx0" brushRef="#br0">21440.000 12621.000 267 0,'0.000'0.000'431'0,"0.000"0.000"-265"15,0.000 0.000-127-15,0.000 0.000-6 0,0.000 0.000 42 16,0.000 0.000 29-16,0.000 0.000 7 0,0.000 0.000-40 16,0.000 0.000-51-16,0.000 0.000-20 0,0.000 0.000 2 15,-3.000 2.000 34-15,3.000-2.000 22 0,0.000 1.000 17 16,0.000-1.000 16-16,0.000 0.000 17 0,0.000 0.000 18 0,-2.000 0.000-2 15,2.000 0.000-11-15,0.000 1.000-19 0,-1.000 1.000-25 16,-1.000-2.000-37-16,1.000 1.000-32 0,-1.000 1.000-19 16,-1.000 0.000-14-16,-1.000 1.000 1 0,-1.000 2.000 3 15,0.000-1.000 9-15,-1.000 2.000 4 0,1.000 2.000-7 16,-3.000-1.000-9-16,1.000 3.000-7 0,-1.000-1.000 0 16,-1.000 0.000-7-16,0.000-1.000-2 0,-1.000 2.000-1 0,0.000-3.000-19 15,3.000 1.000 32-15,-2.000-2.000 3 0,2.000 1.000 32 16,1.000-2.000-34-16,0.000 1.000-30 0,-1.000 1.000-10 15,0.000-2.000-26-15,1.000 1.000 10 0,-1.000 1.000-17 16,1.000-2.000-25-16,0.000 1.000 2 0,-2.000 2.000 30 16,2.000 0.000 10-16,-1.000-1.000-39 0,0.000 1.000-50 15,-2.000 0.000-35-15,3.000-1.000-11 0</inkml:trace>
  <inkml:trace contextRef="#ctx0" brushRef="#br0">21007.000 13032.000 642 0,'0.000'0.000'365'15,"0.000"0.000"-218"-15,0.000 0.000-85 0,0.000 0.000 23 16,0.000 0.000 25-16,0.000 0.000 11 0,0.000 0.000-7 0,0.000 0.000-53 16,0.000 0.000-25-16,0.000 0.000 0 0,0.000 0.000 0 15,-56.000 54.000-10-15,52.000-49.000 9 0,-1.000 1.000 20 16,1.000 0.000 20-16,-2.000-1.000 6 0,2.000 2.000-9 15,-2.000-2.000-24-15,3.000-2.000-6 0,-2.000 3.000 10 16,2.000-2.000 0-16,-2.000 1.000-34 0,-1.000 2.000-18 0,1.000-1.000-16 16,-1.000 0.000 14-16,0.000 2.000-1 0,0.000-1.000-23 15,1.000 3.000 0-15,-4.000-2.000-3 0,3.000 3.000-23 16,-1.000-2.000-3-16,0.000 0.000-20 0,-3.000 1.000 27 16,3.000-1.000-8-16,-1.000 0.000 17 0,1.000 2.000-9 15,-3.000-1.000 6-15,3.000 1.000 6 0,-2.000 0.000-49 16,2.000 0.000 63-16,-3.000 0.000-27 0,1.000-1.000 16 15,1.000 1.000 33-15,0.000 0.000-13 0,-3.000-1.000 11 16,2.000 0.000 2-16,0.000 1.000 3 0,1.000-2.000-3 16,-1.000 1.000 0-16,1.000 0.000 3 0,0.000 2.000-2 0,-3.000-3.000-1 15,2.000 2.000-13-15,1.000 1.000-30 0,-2.000-1.000-9 16,1.000 2.000 0-16,-1.000-1.000 13 0,1.000 0.000 10 16,-1.000-1.000-13-16,1.000 1.000 15 0,-2.000 1.000 11 15,1.000 0.000 16-15,-2.000 1.000-1 0,2.000 0.000 2 16,-1.000 0.000 11-16,0.000-1.000 24 0,0.000 1.000 3 0,2.000-1.000 13 15,1.000 0.000 23-15,-2.000-2.000-13 0,1.000 0.000-56 16,3.000-1.000-6-16,0.000-2.000-3 0,1.000-1.000-17 16,1.000 1.000-6-16,-1.000 0.000 7 0,4.000 0.000-30 15,-2.000-1.000 20-15,0.000 2.000 6 0,2.000-1.000-3 16,-4.000 1.000 10-16,2.000 0.000-10 0,0.000 0.000 22 16,0.000 0.000 4-16,-4.000 0.000 0 0,3.000 1.000 10 15,-2.000 0.000-9-15,0.000-1.000 1 0,-1.000 1.000 47 16,-1.000 0.000 3-16,0.000 0.000-6 0,0.000 1.000-7 15,0.000-1.000 10-15,-3.000-1.000 0 0,2.000 1.000 35 0,2.000-1.000-19 16,-3.000 0.000-3-16,3.000 0.000-1 0,0.000-1.000 1 16,1.000 0.000-13-16,-1.000-2.000-46 0,1.000 0.000-3 15,0.000 1.000-3-15,3.000-2.000 1 0,-3.000 1.000-15 16,4.000 1.000 15-16,-3.000-2.000-20 0,1.000 0.000 18 16,1.000 2.000 3-16,-1.000-3.000-1 0,0.000 2.000 1 0,1.000-1.000 0 15,-2.000 0.000 0-15,2.000-1.000 1 16,0.000 0.000 2-16,2.000-3.000-1 0,-1.000 1.000 2 0,2.000-2.000-3 15,0.000 0.000-52-15,0.000 0.000-74 0,0.000-2.000-43 16,0.000-3.000-69-16,6.000-2.000-123 0,-1.000-4.000-109 16,1.000 4.000-45-16</inkml:trace>
  <inkml:trace contextRef="#ctx0" brushRef="#br0">20467.000 13651.000 342 0,'0.000'0.000'291'16,"0.000"0.000"-148"-16,0.000 0.000-42 0,0.000 0.000-13 15,0.000 0.000-6-15,0.000 0.000 15 0,0.000 0.000-12 16,0.000 0.000-33-16,0.000 0.000-51 0,0.000 0.000 0 16,0.000 0.000 1-16,0.000 1.000 37 0,0.000 0.000 33 0,0.000 3.000 19 15,0.000-2.000-19-15,-3.000 2.000-7 0,0.000 1.000 26 16,0.000-1.000 23-16,0.000 1.000-17 0,-2.000 4.000-58 16,-3.000 0.000-23-16,-2.000 4.000 39 0,2.000-2.000-3 15,-3.000 3.000 7-15,0.000-1.000 9 0,2.000-1.000 6 16,-1.000 1.000-6-16,1.000-1.000 7 0,0.000-2.000-14 15,1.000 0.000-3-15,-1.000 1.000-3 0,1.000-2.000-22 16,2.000 1.000-33-16,0.000 0.000-13 0,1.000 0.000 12 16,0.000 0.000-1-16,1.000 0.000-14 0,-2.000-1.000 13 0,1.000-1.000-13 15,0.000-1.000 3-15,2.000 2.000-10 0,-3.000 0.000 20 16,2.000 0.000 3-16,-3.000 0.000 0 0,4.000 0.000 3 16,-1.000-1.000 0-16,0.000-1.000 17 0,1.000-2.000-20 15,0.000-3.000 1-15,0.000 0.000 12 0,1.000 0.000-10 16,1.000-1.000 10-16,-1.000 1.000-11 0,2.000-2.000 0 15,0.000 0.000-2-15,0.000 0.000-32 0,0.000 0.000-75 16,0.000 0.000-61-16,0.000-3.000-72 0,0.000-2.000-23 0,0.000-1.000-7 16,2.000-3.000-58-16,-2.000 1.000-112 0,0.000 0.000-271 15</inkml:trace>
  <inkml:trace contextRef="#ctx0" brushRef="#br0">20261.000 13836.000 274 0,'0.000'0.000'548'0,"0.000"0.000"-203"0,0.000 0.000-127 16,0.000 0.000-49-16,0.000 0.000-6 0,0.000 0.000 3 15,0.000 0.000-7-15,0.000 0.000-29 0,0.000 0.000-43 16,0.000 0.000-22-16,0.000 0.000-26 0,-8.000 21.000-4 16,5.000-15.000 17-16,3.000-1.000 0 0,-4.000 1.000 2 15,2.000 2.000-2-15,0.000 0.000 13 0,-1.000 0.000 12 16,0.000 2.000-19-16,-1.000 0.000-10 0,-1.000 0.000 23 15,1.000 1.000-17-15,0.000-2.000-28 0,0.000 2.000-4 0,1.000-1.000 11 16,1.000-2.000 5-16,-1.000-3.000-19 0,3.000-1.000-19 16,0.000-1.000-2-16,0.000-2.000-14 0,0.000-1.000-26 15,2.000 0.000 26-15,4.000 0.000 16 0,1.000 0.000-16 0,1.000 0.000 16 16,3.000 0.000 23-16,1.000-4.000-7 0,0.000 0.000 2 16,0.000-1.000-18-16,3.000-1.000-39 0,-3.000 0.000 7 15,2.000 0.000 13-15,-1.000-1.000-48 0,-1.000 1.000-10 16,-1.000 1.000-23-16,0.000 0.000 19 0,1.000-1.000-12 15,-4.000 3.000-27-15,0.000-1.000 36 0,0.000 2.000-6 16,-1.000 0.000-69-16,-2.000 1.000-36 0,-2.000 1.000-3 16,2.000 0.000-23-16,-4.000 0.000-121 0,1.000 0.000-150 15,-2.000 0.000-183-15</inkml:trace>
  <inkml:trace contextRef="#ctx0" brushRef="#br0">3233.000 16263.000 3 0,'0.000'0.000'326'16,"0.000"0.000"-156"-16,0.000 0.000-170 0,-2.000 67.000-78 16,0.000-43.000 78-16,2.000 2.000 65 0,0.000-1.000 75 15,0.000-2.000-42-15,0.000-2.000-98 0,0.000 2.000-56 16,3.000-1.000-38-16,0.000-2.000-37 0,0.000 0.000-22 0,1.000 1.000 49 15,-2.000-1.000 104-15,-2.000-1.000 81 0,0.000-1.000-22 16,0.000-1.000-36-16,0.000-5.000-23 0,-2.000 6.000-281 0</inkml:trace>
  <inkml:trace contextRef="#ctx0" brushRef="#br0">2924.000 16645.000 153 0,'0.000'0.000'1065'0,"0.000"0.000"-837"15,0.000 0.000-186-15,0.000 0.000-6 0,0.000 0.000 23 16,0.000 0.000 32-16,0.000 0.000-4 0,0.000 0.000-25 16,0.000 0.000 0-16,0.000 0.000-17 0,0.000 0.000 244 15,4.000 6.000-69-15,-3.000-5.000-107 0,1.000-1.000-55 16,-2.000 0.000 23-16,1.000 2.000 25 0,1.000 1.000 3 16,4.000-1.000-28-16,2.000 4.000 8 0,2.000 1.000 23 0,0.000 0.000 3 15,5.000 4.000-102-15,-5.000-2.000-10 0,3.000 1.000-3 16,-2.000 1.000 26-16,1.000 0.000-13 0,-1.000 0.000 6 15,-2.000-1.000 16-15,1.000-1.000-16 0,-4.000-3.000-19 16,-2.000-3.000 1-16,-4.000-1.000-1 0,3.000-1.000 12 16,-3.000-1.000-9-16,0.000 0.000 12 0,0.000-3.000-12 15,0.000-2.000-3-15,0.000-5.000 1 0,0.000-2.000-3 16,0.000-6.000-13-16,0.000-6.000 15 0,0.000-8.000 73 16,0.000-7.000-73-16,0.000-3.000-61 0,0.000 0.000-85 15,0.000 2.000-148-15,0.000 4.000-221 0,0.000 10.000-534 0</inkml:trace>
  <inkml:trace contextRef="#ctx0" brushRef="#br0">2337.000 11046.000 378 0,'0.000'0.000'219'16,"0.000"0.000"-144"-16,0.000 0.000-20 0,0.000 0.000 69 16,0.000 0.000 62-16,0.000 0.000 6 0,0.000 0.000-42 15,0.000 0.000-43-15,0.000 0.000-55 0,0.000 0.000-3 0,-1.000 19.000 0 16,1.000-13.000 0-16,0.000-1.000 3 0,0.000-3.000-4 15,0.000 3.000 1-15,1.000 1.000-4 0,2.000-2.000-25 16,-3.000 0.000-7-16,1.000 2.000 16 0,-1.000 2.000 299 16,0.000-2.000-199-16,0.000 3.000-90 0,-1.000-2.000-4 15,-2.000 3.000 20-15,2.000-3.000 26 0,-1.000 4.000-7 0,1.000-4.000 4 16,-2.000 3.000-27-16,1.000-3.000-22 0,1.000 1.000 0 16,-2.000 0.000 3-16,2.000-1.000-3 0,1.000 1.000 6 15,0.000-2.000-22-15,-2.000 3.000 10 0,2.000-1.000 2 16,0.000 0.000 7-16,0.000 1.000-3 0,0.000-1.000-26 15,0.000-2.000 17-15,2.000 0.000-4 0,-1.000 3.000 3 16,3.000-2.000 3-16,-1.000 2.000 0 0,0.000 0.000-20 16,0.000 0.000 13-16,3.000 1.000 49 0,0.000 2.000-25 15,2.000 0.000-1-15,-2.000-1.000-36 0,0.000-1.000 20 16,0.000 2.000 12-16,1.000-2.000-33 0,0.000 2.000 0 0,-1.000-1.000 12 16,1.000 2.000 9-16,-1.000-1.000-9 0,0.000-2.000-13 15,2.000 0.000-12-15,-1.000-1.000 11 0,1.000-1.000 2 16,-1.000 0.000 0-16,1.000 0.000 15 0,-1.000-2.000 0 15,1.000 1.000-15-15,-1.000-2.000-1 0,0.000 0.000 1 0,0.000-2.000-2 16,1.000 2.000-10-16,-1.000-2.000 10 0,3.000 1.000 1 16,0.000 0.000 35-16,-1.000 0.000-35 0,2.000 0.000-1 15,2.000-2.000 1-15,-1.000 2.000 11 0,5.000-1.000-9 16,-2.000 1.000-1-16,3.000-2.000-1 0,-1.000 0.000 10 16,1.000-1.000-8-16,-1.000 0.000-2 0,-1.000-1.000 3 15,1.000 0.000-3-15,-1.000 0.000 1 0,0.000 0.000-1 16,-2.000 0.000-40-16,2.000-1.000 40 0,-1.000-4.000 20 15,-1.000-2.000-4-15,-3.000 1.000 9 0,4.000-3.000 39 16,-5.000-3.000-14-16,2.000 0.000-31 0,-1.000-3.000 29 16,1.000-3.000-14-16,-2.000 1.000-2 0,1.000-3.000-32 0,-1.000-1.000 0 15,-1.000-1.000-13-15,2.000-1.000 29 0,-3.000 0.000-10 16,0.000-2.000-6-16,2.000 1.000 0 0,-3.000-1.000 2 16,2.000 0.000-5-16,-1.000-1.000 6 0,0.000 0.000 16 15,-1.000 1.000-6-15,-1.000-1.000-13 0,0.000 2.000-7 16,-2.000-2.000 6-16,-1.000 1.000 2 0,1.000 4.000 1 15,-4.000-1.000 23-15,0.000-2.000-22 0,0.000 5.000 13 0,0.000-4.000 12 16,-4.000 3.000-6-16,-2.000-3.000-19 0,-1.000 0.000 31 16,1.000 3.000-18-16,-4.000-2.000 6 0,0.000 3.000-3 15,0.000 0.000 3-15,-3.000-3.000 7 0,0.000 4.000-29 16,0.000 0.000 28-16,2.000 0.000-28 0,-3.000 4.000 59 16,2.000 2.000 19-16,-3.000-1.000-43 0,0.000 1.000-14 15,-3.000 1.000 1-15,1.000 0.000 43 0,-4.000 4.000 25 16,0.000 0.000-56-16,-2.000 2.000-31 0,-3.000 1.000 13 15,0.000-1.000-4-15,-4.000 3.000-11 0,4.000 0.000 36 0,-3.000 2.000-36 16,2.000 0.000 1-16,-1.000 0.000 26 0,1.000 2.000 13 16,1.000 5.000-41-16,2.000 0.000-2 0,0.000 3.000 2 15,1.000 1.000 3-15,-1.000 1.000-1 0,1.000 2.000-4 16,4.000 2.000-19-16,-1.000 0.000 20 0,0.000 4.000-14 16,1.000-1.000-19-16,-1.000 5.000 13 0,-3.000 0.000 19 15,2.000-1.000-11-15,0.000-2.000-21 0,-2.000 0.000-56 0,4.000-3.000-46 16,-1.000-4.000-39-16,0.000-2.000-155 0,7.000-6.000-363 15,-13.000-2.000-1436-15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147480000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cm"/>
          <inkml:channelProperty channel="T" name="resolution" value="1" units="1/dev"/>
        </inkml:channelProperties>
      </inkml:inkSource>
      <inkml:timestamp xml:id="ts0" timeString="2022-04-18T01:58: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8696.000 6964.000 496 0,'0.000'0.000'238'16,"0.000"0.000"-157"-16,0.000 0.000-80 0,0.000 0.000 35 16,0.000 0.000 10-16,0.000 0.000-10 0,0.000 0.000-17 15,0.000 0.000-16-15,0.000 0.000 10 0,0.000 0.000 300 16,-3.000 0.000-114-16,3.000 0.000-82 0,0.000 0.000-26 16,0.000 0.000-3-16,0.000 0.000 6 0,0.000 0.000 16 15,0.000 0.000 7-15,0.000 0.000-26 0,0.000 0.000-20 16,0.000 0.000-9-16,-2.000 0.000 2 0,2.000 0.000-22 15,-1.000 0.000-13-15,-1.000 0.000-14 0,2.000 0.000-13 0,-3.000 0.000 26 16,2.000 0.000 20-16,-1.000 0.000 17 0,1.000 0.000-4 16,0.000 0.000-13-16,-1.000 0.000-16 0,-1.000 0.000 1 15,2.000 0.000-17-15,-2.000 0.000 6 0,0.000 0.000 1 16,0.000 0.000 2-16,-1.000 0.000-8 0,1.000 0.000-17 16,2.000 2.000 0-16,-2.000-1.000-13 0,0.000 0.000 11 0,1.000 1.000 2 15,-1.000-1.000 1-15,-1.000 0.000 15 16,2.000 0.000 0-16,0.000 1.000-3 0,-1.000-1.000 3 0,2.000 2.000 3 15,-2.000-2.000 6-15,1.000 0.000-5 0,-1.000 2.000-5 16,-1.000-1.000-15-16,0.000 1.000 0 0,1.000-1.000 0 16,0.000 1.000 25-16,0.000 0.000 11 0,-1.000-1.000-14 15,1.000 2.000-20-15,-1.000-1.000-1 0,1.000 1.000 1 16,-2.000 1.000 2-16,2.000-2.000 8 0,-1.000 1.000 4 16,-1.000 1.000 7-16,2.000-3.000-20 0,-2.000 2.000 26 15,2.000-2.000 12-15,0.000 2.000 10 0,-1.000-2.000 0 16,1.000 3.000-16-16,0.000 0.000-12 0,0.000-2.000-11 0,0.000 2.000-11 15,-1.000 0.000-1-15,1.000-3.000 1 0,2.000 2.000 2 16,-2.000-2.000-3-16,3.000 3.000-2 0,-1.000-4.000-1 16,1.000 2.000-13-16,0.000-1.000 13 0,0.000 1.000 3 15,0.000 0.000 1-15,-2.000 4.000 18 0,2.000-1.000 4 16,-1.000 3.000 18-16,-1.000 0.000 0 0,1.000 2.000-25 16,1.000-3.000-3-16,-2.000 2.000-10 0,2.000-3.000 22 0,-1.000-2.000-23 15,1.000 2.000-1-15,0.000-1.000 2 0,-2.000 1.000 16 16,2.000-2.000-17-16,0.000 4.000 13 0,0.000-1.000-13 15,0.000-2.000-1-15,0.000 3.000 18 0,0.000 0.000 6 16,0.000-1.000-23-16,0.000 1.000 14 0,0.000-1.000-15 16,0.000-1.000-1-16,0.000 2.000 1 0,0.000 0.000-1 15,0.000 0.000 1-15,0.000 0.000 12 0,2.000 0.000 18 16,1.000 0.000-31-16,-2.000 0.000-16 0,2.000-2.000 1 16,0.000-1.000 13-16,0.000 0.000-10 0,0.000 1.000 12 15,2.000-1.000 1-15,-2.000 3.000-1 0,2.000-2.000-14 0,-1.000 1.000 14 16,3.000-1.000 2-16,-2.000 1.000 43 0,-1.000 0.000-36 15,4.000 0.000-9-15,0.000 1.000 0 0,-1.000 2.000 22 16,3.000-2.000 25-16,-1.000 2.000-47 0,-1.000-3.000-1 16,-2.000 2.000-27-16,4.000-3.000 28 0,-3.000 0.000 3 15,1.000 0.000 0-15,0.000 1.000 18 0,1.000-1.000-21 0,-2.000-2.000-1 16,0.000 0.000 0-16,1.000-1.000 2 0,0.000 1.000 10 16,-1.000 0.000 11-16,-1.000-3.000-22 0,0.000 2.000-6 15,1.000-1.000-7-15,0.000 0.000-2 0,-1.000-1.000 15 16,1.000 1.000 3-16,1.000-2.000 1 0,1.000 0.000-1 15,0.000 0.000 22-15,0.000 1.000-9 0,4.000-2.000-14 16,-2.000 0.000 1-16,1.000 0.000 16 0,-1.000-2.000-3 16,-1.000 1.000-16-16,1.000 0.000-15 0,-1.000-3.000 15 15,0.000 3.000 6-15,0.000-3.000 32 0,3.000 1.000-22 16,-3.000-1.000-13-16,3.000 1.000-1 0,-2.000-1.000 1 0,0.000-3.000-3 16,1.000 2.000-3-16,-1.000 1.000 3 15,3.000-2.000 0-15,-3.000 1.000-19 0,3.000 0.000 10 0,0.000 0.000 9 16,0.000-2.000 2-16,1.000 1.000 13 0,-4.000-1.000 7 15,1.000-1.000 6-15,2.000 1.000-6 0,-4.000 0.000-21 16,-1.000 0.000 12-16,-2.000 3.000 3 0,-3.000-1.000-16 0,1.000 2.000 0 16,-2.000-1.000 14-16,-2.000-1.000 19 0,1.000 1.000 17 15,-1.000-4.000 3-15,0.000 1.000-22 0,1.000-4.000-16 16,-2.000 1.000-14-16,0.000-1.000 2 0,0.000 0.000 18 16,0.000-1.000 11-16,0.000 4.000-14 0,0.000-3.000-7 15,0.000 1.000-10-15,0.000-3.000-2 0,0.000 0.000-22 16,0.000 2.000 23-16,-2.000-2.000 6 0,1.000 2.000 10 15,0.000-1.000-13-15,-1.000 0.000 9 0,-1.000-1.000 16 16,0.000 2.000-25-16,-3.000-1.000 13 0,2.000-1.000-16 0,-3.000 3.000 24 16,1.000-2.000-21-16,-1.000 3.000 13 0,0.000-2.000 6 15,-3.000 2.000-19-15,0.000 0.000 34 0,-1.000 0.000-18 16,0.000 0.000-16-16,-2.000 2.000-3 0,1.000-2.000-28 16,1.000 3.000 28-16,-1.000 0.000 28 0,4.000 1.000-25 15,-4.000 1.000 43-15,2.000-2.000-34 0,1.000 0.000 0 16,-5.000 1.000-12-16,1.000-2.000-22 0,-4.000 2.000 4 0,2.000-1.000-1 15,-2.000 2.000 19-15,1.000 1.000 2 0,-2.000 0.000 26 16,-1.000 2.000-28-16,0.000 1.000 37 0,-1.000 0.000-25 16,1.000 0.000-1-16,-4.000 4.000-11 0,2.000 0.000-14 15,-1.000 1.000 12-15,3.000 1.000 4 0,-1.000 1.000 4 16,4.000 1.000-6-16,0.000 0.000-16 0,2.000-1.000 1 0,1.000 2.000-7 16,3.000 0.000-6-16,1.000 2.000 7 0,1.000 0.000-14 15,3.000 1.000-5-15,2.000 1.000-53 0,-1.000 5.000-166 16,0.000 1.000-78-16,-1.000 4.000-40 0,2.000-4.000-361 15,-9.000 6.000-918-15</inkml:trace>
  <inkml:trace contextRef="#ctx0" brushRef="#br0">23669.000 5060.000 289 0,'0.000'0.000'307'0,"0.000"0.000"-63"15,0.000 0.000 10-15,0.000 0.000-13 16,0.000 0.000-55-16,0.000 0.000-53 0,0.000 0.000-78 0,0.000 0.000-6 16,0.000 0.000 0-16,0.000 0.000-23 0,1.000 0.000-7 15,-1.000 0.000 7-15,0.000 0.000 296 0,0.000 0.000-135 16,0.000 0.000-99-16,0.000 0.000-53 0,0.000 0.000 14 0,0.000 0.000 31 15,0.000 0.000 11-15,0.000 0.000-8 0,0.000 0.000-12 16,0.000 0.000-20-16,0.000 1.000-12 0,0.000-1.000 3 16,0.000 1.000-1-16,0.000 0.000-5 0,-1.000 2.000-17 15,-2.000-3.000-3-15,3.000 1.000 9 0,-1.000-1.000 17 16,1.000 0.000 6-16,0.000 0.000-4 0,0.000 1.000 1 16,0.000-1.000 0-16,0.000 0.000-7 0,0.000 0.000-6 15,0.000 0.000-10-15,0.000 0.000 10 0,0.000 0.000-7 16,0.000 0.000 4-16,0.000 0.000-4 0,0.000 0.000 10 0,0.000 0.000-4 15,0.000 0.000 4-15,0.000 0.000-6 0,0.000 0.000 2 16,-2.000 0.000-9-16,0.000 5.000 22 0,-3.000 1.000 19 16,-2.000 1.000-22-16,-3.000 4.000-39 0,-2.000 3.000 39 15,-1.000 3.000-22-15,0.000 2.000-18 0,-1.000 2.000 24 16,0.000-1.000 19-16,1.000 2.000-31 0,1.000-3.000-10 16,-1.000-1.000 23-16,6.000-5.000-26 0,-1.000-1.000-4 0,4.000 0.000 1 15,-1.000-5.000 0-15,3.000 1.000-9 0,-2.000 1.000 12 16,-1.000 1.000 22-16,3.000-1.000 3 0,-3.000 1.000-25 15,1.000 0.000 2-15,2.000-3.000-1 0,-1.000 0.000-1 16,-1.000-1.000 2-16,2.000 2.000 13 0,-3.000-2.000 1 16,2.000 2.000-14-16,0.000 0.000-1 0,0.000-2.000 2 15,0.000 1.000 13-15,-1.000-2.000 12 0,1.000 1.000-14 0,-1.000-2.000-14 16,3.000 0.000-2-16,-1.000 1.000 0 0,-1.000-3.000 2 16,0.000 4.000 2-16,0.000-1.000 14 0,1.000 1.000-4 15,-1.000 0.000-11-15,0.000 0.000 1 0,1.000-1.000 11 16,1.000-2.000 6-16,-1.000-1.000-19 0,1.000 1.000-3 15,-1.000 0.000 1-15,2.000-2.000 0 0,0.000-1.000 1 16,0.000 0.000 0-16,0.000 0.000-11 0,0.000 0.000-13 16,0.000 0.000-3-16,0.000 0.000-3 0,3.000 0.000 3 15,0.000 0.000 0-15,3.000-1.000 28 0,3.000 1.000 0 16,2.000-4.000 31-16,2.000 1.000 28 0,0.000-1.000-15 0,2.000-2.000-1 16,-1.000-1.000-43-16,0.000 0.000 2 0,2.000 2.000 9 15,2.000-5.000 4-15,-1.000 3.000 11 0,3.000-3.000-24 16,0.000 3.000 11-16,1.000-1.000-13 0,-1.000-1.000-15 15,1.000 1.000 15-15,-3.000 2.000 15 0,0.000 0.000-11 16,-2.000 0.000-4-16,0.000 4.000-22 0,-3.000-3.000 3 0,1.000 2.000 16 16,-3.000 0.000 3-16,0.000 2.000 0 0,-2.000 0.000-18 15,-2.000 0.000 8-15,0.000-1.000 10 0,3.000 1.000 31 16,-3.000 0.000-3-16,2.000-2.000-9 0,-2.000 1.000-1 16,0.000 2.000-16-16,-2.000-3.000 17 0,0.000 2.000 12 15,-2.000-1.000 0-15,-3.000 1.000-9 0,3.000 0.000-4 16,-3.000 0.000 1-16,0.000 1.000 2 0,0.000 0.000 6 15,0.000 0.000-27-15,0.000-2.000-49 0,0.000 1.000-56 16,-3.000 0.000-32-16,0.000-3.000-59 0,-1.000-1.000-25 16,-3.000-3.000-114-16,-2.000-2.000-252 0,4.000 2.000-454 0,-6.000-10.000-242 15,53.000 76.000 663-15</inkml:trace>
  <inkml:trace contextRef="#ctx0" brushRef="#br0">23725.000 5112.000 1740 0,'0.000'0.000'341'0,"0.000"0.000"-215"0,0.000 0.000-42 15,0.000 0.000 107-15,0.000 0.000 106 0,0.000 0.000 2 16,0.000 0.000-73-16,0.000 0.000-89 0,0.000 0.000-57 16,0.000 0.000 2-16,0.000 0.000 4 0,-4.000-5.000 2 15,3.000 5.000-16-15,1.000 2.000-18 0,-2.000-2.000-10 16,2.000 0.000 0-16,-1.000 0.000 15 0,1.000 1.000 5 15,-2.000 1.000-11-15,2.000 0.000 3 0,-1.000 5.000-13 16,-1.000 1.000 13-16,-1.000 4.000 16 0,0.000 4.000 11 0,-1.000 5.000-12 16,-1.000 3.000-3-16,0.000 2.000-15 0,2.000 0.000-7 15,-3.000-1.000-12-15,4.000 3.000-19 0,-3.000-4.000 13 16,1.000 0.000-4-16,-2.000 2.000 1 0,2.000-3.000-10 16,-2.000 1.000-3-16,2.000-4.000 10 0,-1.000-2.000-7 15,2.000-2.000 4-15,0.000 1.000-17 0,1.000-6.000 19 0,-1.000-1.000-9 16,2.000-3.000-12-16,-1.000 1.000 1 15,2.000-4.000 2-15,-1.000 2.000 0 0,-1.000-2.000 10 0,2.000 0.000-12 16,0.000-3.000 0-16,0.000 1.000-1 0,0.000-1.000 0 16,0.000 1.000 0-16,0.000-2.000 0 0,0.000 0.000 1 15,0.000 1.000 1-15,0.000-1.000 0 0,0.000 0.000 16 16,0.000 0.000-16-16,0.000 0.000 1 0,0.000 0.000 0 16,0.000 0.000 0-16,0.000 0.000 10 0,0.000 0.000-13 15,0.000 0.000-3-15,0.000 0.000 0 0,0.000 0.000-9 16,0.000 0.000-3-16,0.000 0.000 0 0,0.000 0.000-10 0,0.000 0.000 1 15,0.000 0.000-7-15,0.000 0.000-27 16,0.000 0.000-59-16,0.000 0.000-83 0,2.000 0.000-157 0,-2.000 1.000-324 16,-5.000-1.000-1356-16,8.000-1.000 587 0</inkml:trace>
  <inkml:trace contextRef="#ctx0" brushRef="#br0">5966.000 16624.000 26 0,'0.000'0.000'258'16,"0.000"0.000"-46"-16,0.000 0.000-46 0,0.000 0.000 46 15,0.000 0.000 45-15,0.000 0.000-120 0,0.000 0.000-49 16,0.000 0.000 49-16,0.000 0.000-24 0,-59.000 35.000-64 16,54.000-31.000-10-16,2.000-1.000 20 0,-1.000-2.000-7 0,2.000 1.000-20 15,0.000-2.000 30-15,-1.000 0.000-7 16,3.000 0.000-6-16,-1.000 0.000 6 0,1.000 0.000 3 0,0.000 0.000 1 16,0.000 0.000-17-16,0.000 0.000 0 0,0.000 0.000-23 15,-2.000 3.000 198-15,-1.000-3.000-139 0,0.000 3.000-72 16,2.000-1.000 7-16,-2.000 0.000-10 0,2.000-1.000 33 15,1.000-1.000 25-15,-2.000 1.000 10 0,1.000-1.000-13 16,1.000 0.000-4-16,0.000 0.000-9 0,0.000 0.000-13 16,0.000 0.000-29-16,0.000 0.000 9 0,0.000 0.000 8 15,0.000 0.000 9-15,0.000 0.000 12 0,0.000 0.000 1 16,0.000 0.000-23-16,0.000 0.000-19 0,0.000 0.000-1 16,0.000 0.000-15-16,1.000 0.000 16 0,2.000 0.000 22 0,4.000 0.000 33 15,-1.000 0.000-7-15,1.000 2.000-4 0,5.000-1.000 7 16,-2.000 0.000-6-16,6.000 1.000 6 0,-3.000-1.000-22 15,2.000 1.000-17-15,0.000-2.000 1 0,4.000 1.000-11 16,-5.000-1.000 17-16,3.000 0.000-19 0,-2.000 0.000 2 16,2.000 0.000-2-16,-1.000 0.000 13 0,1.000 0.000 6 0,-1.000 0.000-17 15,1.000 0.000 16-15,1.000 0.000-18 0,-1.000 0.000-19 16,0.000-1.000-3-16,1.000 1.000 22 0,-1.000-2.000 22 16,0.000-1.000-11-16,2.000 2.000-11 0,-3.000 0.000-1 15,0.000-1.000-22-15,-2.000 0.000 23 0,0.000 0.000 9 16,0.000 1.000-9-16,-2.000 0.000-2 0,-2.000 1.000-1 15,1.000-2.000 3-15,0.000 1.000 15 0,-2.000 1.000-4 16,-2.000 0.000-11-16,3.000 0.000-22 0,-4.000-2.000 0 16,0.000 2.000 22-16,-2.000 0.000 10 0,2.000-1.000 9 15,0.000-1.000 7-15,-1.000 2.000-15 0,2.000 0.000-11 0,-2.000-1.000-2 16,1.000 1.000 2-16,1.000 0.000 2 0,1.000 0.000 17 16,-2.000 0.000 0-16,4.000 0.000-3 0,-2.000 0.000-16 15,0.000 0.000-3-15,2.000 0.000-23 0,-1.000 0.000 26 16,5.000 0.000 13-16,-1.000 0.000 50 0,0.000 0.000-44 0,3.000 0.000-6 15,0.000 0.000-10-15,-2.000 0.000-1 0,-1.000 0.000-2 16,2.000 0.000 0-16,-1.000 0.000 2 0,-1.000 0.000-1 16,0.000 3.000 11-16,1.000-2.000 7 0,-3.000 1.000 0 15,-1.000-1.000-18-15,1.000 1.000 2 0,-4.000-1.000 11 16,1.000 0.000-14-16,-4.000-1.000-3 0,0.000 0.000 0 16,-1.000 0.000 2-16,0.000 0.000 0 0,-2.000 0.000 0 15,1.000 0.000 1-15,-2.000 0.000 0 0,1.000 0.000 2 16,-1.000 0.000 14-16,0.000 0.000-3 0,0.000 0.000-10 15,0.000 0.000 0-15,0.000 0.000 10 0,0.000 0.000-10 16,2.000 0.000-1-16,-2.000 2.000 0 0,1.000-2.000-1 0,-1.000 0.000 0 16,2.000 0.000 0-16,-1.000 0.000 12 0,2.000 1.000 6 15,1.000-1.000-4-15,1.000 1.000-2 0,0.000-1.000 0 16,-2.000 0.000-1-16,0.000 0.000-11 0,0.000 0.000 2 16,1.000 2.000 13-16,-1.000-2.000-3 0,2.000 1.000-10 0,-2.000 0.000 12 15,-1.000 1.000 4-15,2.000-2.000-17 0,-1.000 0.000 17 16,0.000 1.000-6-16,-1.000-1.000 5 0,-1.000 0.000 8 15,1.000 0.000 3-15,-2.000 2.000-4 0,1.000-2.000 3 16,-1.000 0.000-6-16,0.000 0.000-1 0,0.000 0.000-5 16,0.000 0.000-4-16,0.000 0.000 1 0,0.000 0.000 2 15,0.000 0.000 1-15,0.000 0.000-16 0,0.000-2.000-9 16,-1.000-2.000-125-16,-7.000-1.000-102 0,-1.000 1.000-252 16,-22.000-8.000-1254-16,80.000 39.000 95 0</inkml:trace>
  <inkml:trace contextRef="#ctx0" brushRef="#br0">11001.000 15139.000 1307 0,'0.000'0.000'374'0,"0.000"0.000"-270"0,0.000 0.000-103 16,0.000 0.000 29-16,0.000 0.000 28 0,0.000 0.000 27 16,0.000 0.000 35-16,0.000 0.000-43 0,0.000 0.000-25 15,6.000-7.000 304-15,-4.000 6.000-230 0,0.000 1.000-105 16,0.000 0.000-20-16,-1.000 0.000 1 0,1.000 0.000 44 0,-2.000 0.000 31 16,1.000 0.000 10-16,0.000 1.000-20 0,2.000 3.000-13 15,2.000 1.000-9-15,-1.000-1.000 23 0,1.000 1.000-30 16,-1.000-1.000 29-16,1.000-1.000-3 0,0.000 0.000-64 15,-2.000-1.000-3-15,0.000 2.000 2 0,0.000 1.000-2 16,1.000-1.000 3-16,0.000 0.000 13 0,-1.000 1.000 3 16,1.000 0.000-13-16,1.000 1.000-1 0,0.000 0.000 0 0,1.000 2.000 21 15,0.000-1.000-21-15,-2.000 0.000 1 0,3.000-1.000-2 16,-2.000-1.000 12-16,-1.000-1.000-11 0,-1.000-1.000 20 16,-2.000-1.000-9-16,1.000-2.000 0 0,-2.000 1.000 22 15,0.000-1.000 12-15,1.000 0.000-2 0,-1.000 0.000-4 16,2.000 0.000-10-16,-1.000 0.000-8 0,-1.000-1.000-4 15,0.000-3.000-7-15,3.000-1.000-12 0,-1.000 0.000 0 16,3.000-4.000 17-16,-2.000-1.000 8 0,1.000-1.000-14 0,2.000-2.000-11 16,-3.000 0.000-13-16,0.000 2.000 13 0,0.000 3.000 0 15,-1.000 1.000-3-15,-1.000 3.000-16 0,-1.000 2.000 6 16,0.000-1.000 12-16,0.000 3.000-1 0,0.000-1.000-10 16,0.000-2.000-17-16,0.000 1.000-25 0,0.000-1.000-25 15,0.000-3.000 16-15,0.000-2.000-49 0,0.000-2.000-63 16,3.000-4.000-94-16,-1.000-1.000-95 0,1.000 0.000-5 0,0.000-1.000-121 15,0.000 5.000-148-15,2.000-1.000-132 0</inkml:trace>
  <inkml:trace contextRef="#ctx0" brushRef="#br0">11898.000 15156.000 209 0,'0.000'0.000'1312'0,"0.000"0.000"-964"0,0.000 0.000-183 0,0.000 0.000-100 16,0.000 0.000 26-16,0.000 0.000 55 0,0.000 0.000 35 15,0.000 0.000-20-15,0.000 0.000-48 0,0.000 0.000-33 16,0.000 0.000-9-16,-2.000-1.000-1 0,2.000 1.000 1 15,0.000 0.000 6-15,0.000 0.000-20 0,0.000 0.000-22 0,2.000 0.000-19 16,-1.000 0.000-14-16,1.000 0.000 1 16,2.000 0.000-2-16,2.000 1.000 37 0,1.000 2.000 26 0,2.000 1.000-23 15,0.000 3.000 7-15,2.000 0.000-7 0,-1.000 0.000-16 16,0.000 2.000-6-16,0.000-1.000-3 0,-3.000-1.000 0 16,1.000 0.000-16-16,-2.000-2.000 0 0,-1.000 1.000-1 15,-2.000-3.000-1-15,0.000 0.000 0 0,-2.000-2.000 0 16,-1.000 0.000-1-16,2.000-1.000 0 0,-2.000 0.000 2 15,0.000 0.000 1-15,0.000 0.000 2 0,0.000 0.000-2 16,0.000-2.000-29-16,0.000-2.000 26 0,0.000-1.000-1 16,0.000-3.000 4-16,1.000-2.000 10 0,2.000-3.000 11 15,-2.000-1.000-21-15,2.000-2.000-35 0,0.000 3.000-51 0,-1.000 0.000-44 16,2.000 1.000-74-16,-1.000 1.000-130 0,-2.000 4.000-215 16,2.000 1.000-457-16,3.000-1.000-215 0,-36.000 142.000 1221 0</inkml:trace>
  <inkml:trace contextRef="#ctx0" brushRef="#br0">12948.000 15040.000 1730 0,'0.000'0.000'435'0,"0.000"0.000"-355"0,0.000 0.000-79 16,0.000 0.000 0-16,0.000 0.000 48 0,0.000 0.000 41 15,0.000 0.000-28-15,0.000 0.000-36 0,0.000 0.000-10 16,0.000 0.000-3-16,0.000 0.000-11 0,19.000 0.000 14 0,-16.000 0.000 39 16,0.000 1.000 6-16,0.000-1.000 13 0,-2.000 2.000 7 15,2.000-1.000 9-15,0.000 0.000-32 0,-2.000 1.000-4 16,2.000-1.000 10-16,-1.000-1.000 13 0,-1.000 3.000-16 15,-1.000-2.000-4-15,4.000 1.000-15 0,-2.000-1.000 2 16,-1.000 2.000 26-16,4.000 1.000 16 0,-1.000 0.000-19 16,3.000 5.000-16-16,0.000-1.000-4 0,-1.000 2.000-15 15,1.000 1.000-31-15,1.000-2.000 0 0,-1.000 2.000-1 16,-2.000-3.000-2-16,1.000-1.000-17 0,-1.000-1.000 19 16,-2.000-1.000 0-16,0.000-1.000-2 0,-2.000-3.000-11 0,0.000 0.000 13 15,2.000-1.000 1-15,-3.000 0.000 1 0,1.000 0.000-1 16,-1.000 0.000 2-16,0.000 0.000 13 0,0.000 0.000 47 15,0.000 0.000-12-15,0.000-1.000-26 0,0.000 0.000-9 16,2.000-2.000-4-16,-1.000-1.000-12 0,4.000-2.000 1 16,-1.000-2.000 10-16,3.000-4.000 67 0,1.000-3.000-31 15,0.000-3.000-22-15,-1.000-5.000-25 0,1.000-3.000-26 16,-4.000-2.000-84-16,-3.000-4.000-120 0,1.000 8.000-292 0,-4.000-12.000-918 0</inkml:trace>
  <inkml:trace contextRef="#ctx0" brushRef="#br0">24534.000 12082.000 421 0,'0.000'0.000'472'0,"0.000"0.000"-322"0,0.000 0.000-88 0,0.000 0.000-13 15,0.000 0.000 23-15,0.000 0.000 38 0,0.000 0.000 34 16,0.000 0.000-40-16,0.000 0.000-49 0,0.000 0.000-16 15,-7.000 0.000-13-15,7.000 0.000 13 0,0.000 0.000-16 0,0.000 0.000-4 16,0.000 0.000 17-16,0.000 0.000 6 0,0.000 0.000 260 16,0.000 0.000-121-16,0.000 0.000-61 0,0.000 0.000-33 15,0.000 0.000-16-15,0.000 0.000-3 0,0.000 0.000 0 16,0.000 0.000-1-16,0.000 0.000-6 0,0.000 0.000-9 16,0.000 0.000-17-16,0.000 0.000-13 0,0.000 0.000-20 15,0.000 0.000-2-15,0.000 0.000-16 0,0.000 0.000-6 16,0.000 0.000-7-16,0.000 0.000 7 0,0.000 0.000 6 15,0.000 0.000 14-15,0.000 0.000 2 0,0.000 0.000 11 16,1.000 0.000 9-16,2.000 0.000-4 0,-2.000 0.000 3 16,1.000 0.000-6-16,0.000 0.000-1 0,1.000 0.000-10 0,0.000 0.000-1 15,3.000 0.000 0-15,2.000 3.000 21 16,0.000-2.000-3-16,1.000 2.000-6 0,1.000-2.000-11 0,3.000 2.000 24 16,-2.000-2.000-4-16,-1.000 2.000 4 0,5.000-1.000 0 15,-4.000-1.000-23-15,4.000 2.000 16 0,-4.000-1.000 0 16,2.000 0.000 7-16,0.000-1.000 2 0,0.000 1.000-8 0,0.000 0.000 5 15,0.000 0.000-22-15,1.000-1.000 26 0,2.000 0.000-7 16,-1.000 0.000-3-16,-1.000 0.000-19 0,-1.000 2.000 3 16,3.000-2.000 12-16,-3.000 0.000-13 0,3.000 1.000 0 15,-2.000-2.000 1-15,3.000 0.000 0 0,1.000 1.000 0 16,-4.000 1.000-1-16,3.000-2.000 1 0,-1.000 1.000 0 16,1.000-1.000-1-16,-3.000 0.000 10 0,1.000 1.000-9 15,-2.000-1.000-3-15,-1.000 0.000-4 0,2.000 0.000 4 16,-3.000 2.000 0-16,0.000-2.000 0 0,-2.000 0.000 0 15,-2.000 1.000-2-15,0.000 0.000 0 0,-1.000-1.000-11 0,1.000 1.000-2 16,-1.000-1.000 13-16,0.000 1.000 2 0,2.000 3.000 2 16,-1.000-3.000-1-16,3.000 1.000 1 0,-2.000 1.000-2 15,4.000-1.000 3-15,-3.000-1.000 10 0,4.000 1.000 3 16,0.000 0.000 6-16,0.000-1.000 0 0,1.000-1.000 0 16,1.000 1.000-6-16,-2.000 1.000-15 0,1.000 0.000-1 0,0.000-1.000 1 15,-2.000-1.000 1-15,-1.000 1.000 1 0,0.000 2.000-3 16,0.000-2.000-1-16,0.000 0.000-3 0,1.000 0.000 1 15,0.000 3.000-19-15,0.000-3.000 21 0,0.000 2.000 1 16,2.000 0.000 2-16,1.000-2.000-2 0,0.000 2.000 0 16,1.000-2.000 2-16,0.000 0.000 11 0,1.000-1.000-10 15,0.000 0.000-3-15,-1.000 0.000-1 0,-1.000 0.000 1 16,0.000 0.000 0-16,1.000 0.000 0 0,-2.000 0.000 2 16,0.000 0.000 0-16,1.000 0.000 0 0,-2.000-1.000 0 15,3.000 0.000-1-15,-3.000-2.000 1 0,4.000 2.000 0 16,-4.000 0.000-1-16,5.000-4.000-1 0,-1.000 4.000 2 0,2.000 0.000-2 15,0.000-2.000 1-15,1.000 1.000-1 0,0.000-2.000-1 16,-1.000 2.000-1-16,1.000-3.000 1 0,1.000 2.000-1 16,-2.000 0.000 2-16,0.000 1.000-4 0,1.000-1.000 1 15,-3.000 0.000 1-15,0.000 0.000 1 0,1.000 2.000 1 16,-2.000-1.000-2-16,-2.000 0.000 2 0,2.000 0.000 0 0,-2.000 1.000 0 16,-1.000-2.000 0-16,0.000 2.000 0 0,-2.000-2.000 0 15,1.000 2.000-2-15,-1.000-2.000-14 0,-3.000 2.000 14 16,4.000-1.000 0-16,-5.000 1.000 2 0,0.000-1.000-1 15,0.000 2.000 1-15,0.000-1.000-2 0,1.000 1.000 2 16,-1.000 0.000 0-16,0.000 0.000 13 0,2.000 0.000 0 16,-1.000 0.000-11-16,1.000 0.000 11 0,2.000 0.000-10 15,1.000 0.000 22-15,-2.000 0.000-6 0,2.000 0.000 0 16,-1.000 0.000 3-16,-2.000 0.000 1 0,-1.000 0.000 8 16,1.000 0.000-9-16,-2.000 0.000-9 0,-1.000 0.000 0 15,0.000 0.000-12-15,-3.000-1.000 0 0,1.000 1.000 0 0,-3.000-2.000-1 16,1.000 1.000-22-16,-1.000-1.000-29 0,-1.000 1.000-69 15,0.000-4.000-145-15,0.000 0.000-348 0,-14.000-7.000-868 0</inkml:trace>
  <inkml:trace contextRef="#ctx0" brushRef="#br0">6493.000 18064.000 89 0,'0.000'0.000'118'0,"0.000"0.000"-11"16,0.000 0.000 7-16,0.000 0.000 20 0,0.000 0.000 16 0,0.000 0.000 13 15,0.000 0.000-16-15,0.000 0.000-33 0,0.000 0.000-36 16,0.000 0.000-26-16,-1.000 0.000 16 0,1.000 0.000-3 16,0.000 0.000-3-16,0.000 0.000 19 0,-2.000 0.000-25 15,2.000 0.000-17-15,0.000 0.000-3 0,0.000 0.000-1 0,0.000 0.000 11 16,0.000 0.000 19-16,0.000 0.000 19 0,0.000 1.000 10 15,0.000-1.000-3-15,0.000 0.000-16 0,0.000 0.000-46 16,0.000 1.000-29-16,0.000-1.000-1 0,0.000 0.000-2 16,0.000 0.000 0-16,0.000 1.000-14 0,0.000-1.000 1 15,0.000 0.000 3-15,0.000 2.000 10 0,0.000-1.000 3 16,3.000 1.000 3-16,-1.000-1.000 0 0,1.000 0.000-2 16,0.000 2.000 18-16,0.000-1.000-19 0,-1.000 1.000 0 15,4.000-1.000 0-15,0.000 2.000 0 0,-2.000 0.000 0 16,2.000 0.000-2-16,1.000 0.000-15 0,-1.000 0.000 16 0,1.000 0.000-18 15,2.000-1.000 19-15,-2.000 0.000-2 0,2.000 2.000-10 16,-1.000-2.000 11-16,-1.000 1.000 1 0,1.000-2.000 0 16,-2.000 1.000 0-16,-1.000-2.000-2 0,-1.000 0.000-1 15,1.000 0.000-10-15,-2.000-1.000 0 0,0.000 0.000-3 16,0.000 0.000 15-16,-2.000 0.000-2 0,2.000 0.000 0 0,1.000 0.000 3 16,-1.000 0.000-2-16,1.000 0.000 2 0,1.000 0.000 2 15,-1.000 0.000 11-15,0.000-2.000-11 0,2.000 1.000 0 16,0.000-2.000-2-16,1.000 2.000-1 0,-1.000 0.000-1 15,0.000-2.000 0-15,-1.000 3.000 2 0,1.000-1.000-23 16,1.000-1.000 23-16,-1.000 2.000-1 0,-2.000 0.000 1 16,2.000 0.000 0-16,0.000 0.000 0 0,1.000 0.000-2 15,0.000 0.000-1-15,-1.000 0.000 2 0,0.000 0.000 1 16,1.000 0.000 0-16,2.000 0.000 0 0,-2.000 0.000 0 16,-1.000 0.000-3-16,1.000-1.000 3 0,0.000 1.000 0 15,-1.000-1.000 2-15,1.000-1.000-1 0,-1.000 2.000 19 0,1.000-1.000-1 16,0.000 0.000-5-16,0.000 1.000-14 0,1.000-1.000 0 15,-1.000 1.000-1-15,4.000 0.000 2 0,-3.000 0.000 2 16,-1.000-3.000-1-16,4.000 3.000 1 0,-2.000-1.000-2 16,0.000 0.000-1-16,-2.000-1.000 1 0,1.000 1.000-1 0,0.000 0.000 2 15,-1.000-2.000 0-15,0.000 3.000 1 16,-1.000-1.000-1-16,0.000-1.000-2 0,-1.000 2.000-1 0,3.000 0.000-3 16,-2.000 0.000 1-16,3.000 0.000 2 0,-3.000 0.000 0 15,3.000 0.000 2-15,-2.000 0.000 15 0,3.000 0.000 26 16,-1.000 0.000-19-16,0.000 0.000 3 0,-1.000 2.000-10 15,1.000-1.000-14-15,-2.000 1.000 2 0,0.000-1.000-1 16,2.000-1.000-3-16,-2.000 1.000 3 0,0.000-1.000 0 16,1.000 1.000 14-16,0.000 1.000-4 0,-1.000-1.000-10 15,0.000-1.000 0-15,2.000 1.000 10 0,0.000 0.000-12 16,-2.000 1.000 0-16,3.000-2.000 0 0,-1.000 0.000 1 0,1.000 0.000 27 16,0.000 0.000-9-16,2.000 0.000 12 0,-1.000 0.000 7 15,2.000-4.000-26-15,0.000 1.000-11 0,-3.000 1.000 0 16,2.000 1.000 1-16,-1.000-2.000 9 0,-1.000 1.000-12 15,2.000 1.000-1-15,-1.000 0.000-15 0,-2.000 1.000 3 16,1.000 0.000 12-16,0.000 0.000-2 0,0.000 0.000 2 16,-1.000 0.000-11-16,2.000 0.000 12 0,-2.000 0.000 0 0,1.000 0.000 0 15,0.000 0.000-1-15,0.000 0.000 0 0,-1.000 0.000 0 16,1.000 0.000 1-16,-1.000 0.000 1 0,-1.000 0.000 0 16,1.000 0.000 1-16,1.000 0.000-2 0,-1.000 0.000 0 15,-1.000 0.000 0-15,2.000 0.000-2 0,-1.000 0.000-1 16,1.000 0.000 3-16,1.000 1.000 21 0,0.000 0.000-5 15,-1.000 1.000-13-15,3.000-1.000 16 0,-2.000 1.000 4 16,0.000 0.000-21-16,0.000-1.000 24 0,-1.000 1.000 12 16,0.000-1.000-15-16,0.000 0.000-4 0,0.000 2.000-6 0,1.000-3.000 13 15,-2.000 1.000 6-15,0.000-1.000-6 0,0.000 0.000 16 16,1.000 1.000 0-16,-2.000-1.000-16 0,1.000 0.000-1 16,1.000 0.000-2-16,-1.000 0.000-21 0,0.000 0.000 14 15,-1.000 1.000-15-15,1.000-1.000-1 0,-2.000 2.000-2 16,0.000-2.000-1-16,-1.000 1.000 1 0,1.000 0.000-1 0,2.000 1.000 2 15,-3.000-1.000 1-15,1.000 2.000 0 0,1.000-1.000 0 16,0.000 1.000 0-16,-3.000-2.000-3 0,3.000 0.000 0 16,-2.000 0.000 2-16,2.000 1.000-1 0,-1.000-1.000 2 15,-1.000 0.000 1-15,1.000-1.000 15 0,2.000 2.000 13 16,-5.000-2.000-13-16,2.000 0.000-15 0,0.000 1.000 0 16,-2.000-1.000 1-16,1.000 0.000 14 0,0.000 0.000-16 0,1.000 1.000 2 15,0.000-1.000 2-15,-2.000 0.000-1 0,3.000 0.000 26 16,2.000 1.000-7-16,-2.000-1.000-6 0,2.000 0.000 16 15,-2.000 0.000-3-15,1.000 0.000-16 0,1.000 0.000-11 16,-3.000 0.000-2-16,1.000-1.000 13 0,2.000 0.000 3 16,-2.000 0.000-3-16,0.000-1.000-10 0,1.000 1.000 10 15,-2.000 0.000-13-15,2.000-1.000-1 0,-2.000 1.000 1 16,-2.000 0.000-1-16,3.000 0.000 0 0,-1.000-1.000-2 16,-2.000 1.000 1-16,0.000 1.000 0 0,2.000 0.000 2 0,-3.000-1.000 0 15,0.000 0.000 0-15,0.000 1.000 1 0,0.000-2.000 1 16,1.000 1.000 0-16,0.000 1.000 2 0,-2.000 0.000-3 15,-1.000 0.000 1-15,2.000-1.000-1 0,-1.000 1.000-1 16,1.000-2.000-1-16,-2.000 2.000 1 0,0.000 0.000 13 16,1.000-1.000-10-16,1.000 1.000 19 0,-2.000 0.000 7 0,2.000-1.000-7 15,-1.000 1.000-19-15,2.000 0.000 0 16,-1.000-2.000 0-16,-2.000 2.000 13 0,2.000-1.000 0 0,3.000 0.000-16 16,-3.000 1.000 2-16,1.000-1.000-1 0,-1.000 1.000 1 15,1.000-2.000-1-15,0.000 1.000 15 0,1.000 0.000-15 16,-2.000 0.000 0-16,1.000 1.000 0 0,-1.000-2.000 0 15,0.000 2.000 1-15,0.000-1.000 0 0,-2.000 1.000-1 16,1.000 0.000 1-16,-2.000 0.000-1 0,0.000 0.000 12 16,0.000 0.000-10-16,0.000 0.000 10 0,0.000 0.000-1 15,0.000 0.000-9-15,0.000 0.000 17 0,0.000 0.000-8 16,0.000 0.000 4-16,0.000 0.000 0 0,0.000 0.000 6 0,0.000 0.000-6 16,0.000 0.000 0-16,0.000 0.000 0 0,0.000 0.000-13 15,0.000 0.000 10-15,0.000 0.000-10 0,0.000 0.000-3 16,0.000 0.000-9-16,0.000 0.000-26 0,0.000 0.000-70 15,0.000 0.000-132-15,1.000 0.000-277 0,1.000-1.000-778 16,-5.000 2.000-7-16</inkml:trace>
  <inkml:trace contextRef="#ctx0" brushRef="#br0">9517.000 18142.000 391 0,'0.000'0.000'450'16,"0.000"0.000"-241"-16,0.000 0.000-118 0,0.000 0.000-42 0,0.000 0.000 9 16,0.000 0.000 37-16,0.000 0.000-4 0,0.000 0.000-71 15,0.000 0.000-20-15,0.000 0.000-52 0,4.000 0.000-4 16,-2.000 0.000 19-16,-1.000 0.000 37 0,1.000 0.000 49 16,1.000 0.000 0-16,1.000-1.000 16 0,-3.000 1.000 16 15,2.000 0.000-16-15,-2.000-1.000-19 0,2.000 1.000-27 16,-3.000 0.000-6-16,3.000 0.000 17 0,-3.000 0.000 2 0,0.000-2.000 4 15,2.000 2.000 13-15,-1.000 0.000-1 0,1.000 0.000 1 16,-1.000 0.000 6-16,2.000 0.000-6 0,0.000 0.000 6 16,1.000 0.000-16-16,0.000 0.000-10 0,2.000 0.000-6 15,0.000 0.000 22-15,1.000 0.000-16 0,1.000 0.000-6 16,0.000 0.000-7-16,-1.000 0.000-13 0,1.000 0.000-3 16,-3.000 0.000 17-16,4.000 0.000 2 0,-2.000 2.000 0 15,0.000-1.000-15-15,1.000-1.000 9 0,0.000 1.000-10 16,-1.000-1.000 13-16,-1.000 1.000 7 0,0.000 1.000-4 15,4.000-2.000 10-15,-3.000 1.000 3 0,0.000-1.000-28 0,2.000 1.000 28 16,1.000-1.000-29-16,-1.000 2.000 20 0,-1.000-1.000-20 16,1.000 0.000 0-16,1.000 1.000-3 0,0.000-1.000 1 15,-1.000 0.000-1-15,1.000-1.000 16 0,-1.000 1.000-12 16,-2.000-1.000 9-16,3.000 2.000-11 0,-3.000-1.000 17 0,3.000 0.000-18 16,-2.000 0.000 22-16,1.000 1.000-7 0,0.000-1.000 10 15,1.000 0.000-23-15,0.000 1.000-1 0,0.000-2.000 0 16,1.000 0.000 21-16,1.000 0.000-10 0,-1.000 0.000 38 15,0.000 0.000 14-15,0.000 0.000-30 0,0.000 0.000-13 16,-1.000 0.000 7-16,1.000 0.000-29 0,-2.000-2.000 3 16,0.000 2.000-3-16,-1.000 0.000 0 0,-2.000 0.000 0 15,3.000 0.000 0-15,-2.000 0.000 0 0,4.000 0.000 0 16,-3.000 0.000 0-16,2.000 0.000 0 0,0.000 0.000 0 16,0.000 0.000 0-16,0.000 0.000 0 0,1.000 0.000 2 15,0.000 0.000-1-15,0.000 0.000-1 0,-1.000 0.000-1 16,3.000 2.000-1-16,-1.000-2.000 2 0,2.000 0.000 17 15,-2.000 0.000 47-15,2.000 0.000-29 0,-2.000 0.000-35 0,0.000 0.000 0 16,-3.000 0.000-16-16,-2.000 0.000 14 0,1.000 0.000 2 16,-1.000 0.000-1-16,0.000 0.000 1 0,-1.000 0.000 0 15,1.000 0.000 2-15,0.000 0.000 20 0,3.000 0.000-20 16,-1.000 1.000 2-16,1.000-1.000 21 0,1.000 0.000 1 0,1.000 0.000-7 16,2.000 0.000-6-16,1.000 0.000 9 0,-1.000-1.000-11 15,1.000-2.000-9-15,-1.000 0.000-4 0,1.000 0.000 2 16,-2.000 0.000-19-16,2.000 1.000 16 0,-3.000-2.000 0 15,2.000 1.000 2-15,-2.000 0.000 1 0,-2.000 1.000-1 16,1.000 1.000-2-16,1.000-1.000 1 0,-1.000 0.000 1 16,0.000 0.000 1-16,0.000 1.000 0 0,2.000 1.000 0 15,-1.000-1.000-2-15,1.000 0.000 0 0,0.000 1.000 1 16,0.000-2.000-2-16,2.000 2.000 0 0,-3.000-1.000 3 16,2.000 1.000 0-16,2.000-1.000 0 0,-2.000-2.000-10 0,1.000 1.000 7 15,2.000-1.000 3-15,-2.000 0.000-14 0,2.000 0.000 12 16,-4.000 0.000 2-16,1.000 1.000-3 0,-1.000-1.000 1 15,1.000 1.000 0-15,-2.000 0.000 2 0,0.000-1.000-1 16,-1.000 2.000 0-16,-1.000 0.000-15 0,1.000 0.000 15 16,1.000 1.000 0-16,-3.000 0.000-3 0,1.000 0.000 2 15,-1.000 0.000 1-15,2.000 0.000 1 0,0.000 0.000 2 0,1.000 0.000 2 16,-1.000 0.000-2-16,2.000 0.000-2 0,1.000 0.000 0 16,1.000-2.000 0-16,0.000 1.000 22 0,3.000 0.000 55 15,0.000 0.000-58-15,-1.000-1.000-19 0,1.000 2.000 0 16,-1.000-1.000-2-16,-2.000-1.000 2 0,0.000 1.000 2 15,-3.000 1.000-2-15,1.000 0.000 0 0,-2.000 0.000 1 16,-2.000 0.000 0-16,-2.000 0.000 0 0,2.000 0.000-1 16,-2.000 1.000 0-16,-1.000 1.000 1 0,4.000-1.000 0 15,0.000 1.000 0-15,2.000 0.000 22 0,0.000 1.000-22 16,0.000-2.000 0-16,0.000 0.000 12 0,3.000 2.000 38 16,-3.000 0.000-13-16,2.000-2.000-3 0,1.000 1.000-13 0,-1.000 0.000 1 15,-1.000-1.000-20-15,0.000 0.000-3 0,0.000 2.000 1 16,-1.000-3.000 0-16,-1.000 2.000 2 0,1.000-1.000 0 15,-2.000 2.000 20-15,1.000 0.000-12 0,-1.000-2.000-10 16,1.000 0.000 14-16,1.000 2.000-12 0,0.000-2.000 0 16,2.000 0.000 10-16,-2.000 2.000-11 0,0.000-2.000 14 0,0.000 2.000-15 15,-1.000-1.000 2-15,0.000 0.000 8 0,-1.000 0.000-11 16,-1.000-1.000-2-16,-2.000 2.000 0 0,1.000-2.000 2 16,1.000 2.000 0-16,-3.000-2.000-1 0,0.000 1.000-2 15,4.000-1.000-10-15,-3.000 0.000 10 0,0.000 2.000-10 16,2.000-3.000 13-16,-2.000 1.000 2 0,2.000-1.000 0 15,-3.000 0.000-2-15,-2.000 0.000-32 0,2.000 0.000-3 16,-3.000 0.000 13-16,-1.000 0.000 0 0,0.000 0.000-4 0,-1.000 0.000-37 16,-1.000-1.000-59-16,0.000-4.000-118 0,0.000-5.000-140 15,-3.000 1.000-265-15,-17.000-16.000-605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147480000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cm"/>
          <inkml:channelProperty channel="T" name="resolution" value="1" units="1/dev"/>
        </inkml:channelProperties>
      </inkml:inkSource>
      <inkml:timestamp xml:id="ts0" timeString="2022-04-18T02:02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5133.000 15354.000 558 0,'0.000'0.000'316'0,"0.000"0.000"-271"16,0.000 0.000-32-16,0.000 0.000-13 0,0.000 0.000 72 15,0.000 0.000 36-15,0.000 0.000-7 0,0.000 0.000-39 16,0.000 0.000-27-16,-2.000-11.000 11 0,2.000 11.000 19 15,0.000 0.000 20-15,0.000 0.000 9 0,0.000 0.000 17 0,0.000 0.000-50 16,0.000 0.000 1-16,0.000 0.000-7 0,0.000 0.000-16 16,0.000 1.000-6-16,0.000 2.000 472 0,0.000-2.000-231 15,0.000 0.000-126-15,0.000-1.000-90 0,0.000 2.000-36 16,0.000-2.000-20-16,0.000 1.000 1 0,0.000-1.000 13 0,0.000 0.000-13 16,0.000 0.000-1-16,0.000 0.000-1 0,0.000 2.000 1 15,0.000-2.000 0-15,0.000 0.000 1 0,0.000 0.000 16 16,0.000 0.000 3-16,0.000 1.000 10 0,0.000 1.000-9 15,0.000 0.000-10-15,-5.000 2.000 15 0,2.000-1.000-24 16,-1.000 3.000 8-16,-1.000-2.000-9 0,2.000 3.000 9 16,-1.000-2.000-10-16,-2.000 0.000-2 0,3.000 0.000 1 15,-1.000-1.000-2-15,1.000 0.000 2 0,-1.000 1.000 9 16,1.000 0.000-10-16,0.000 1.000-29 0,0.000-1.000 17 16,0.000 1.000 12-16,0.000 0.000-2 0,2.000 2.000-13 15,-2.000 0.000 13-15,-1.000 0.000 0 0,4.000 1.000 2 0,-3.000 1.000 39 16,2.000-1.000-36-16,-1.000 1.000-1 0,-1.000 0.000 30 15,2.000 2.000-19-15,-1.000-2.000-13 0,2.000-1.000 0 16,-1.000 0.000 35-16,1.000-1.000 6 0,0.000-1.000-28 16,-2.000 2.000-11-16,2.000-3.000 27 0,0.000 1.000-7 15,0.000 1.000-9-15,0.000 0.000-12 0,0.000 1.000 2 0,0.000 0.000 13 16,0.000 1.000 0-16,2.000 2.000-14 0,1.000-1.000 0 16,0.000 0.000 11-16,0.000 3.000-10 0,-1.000 0.000 10 15,4.000-1.000 0-15,-3.000 0.000 18 0,0.000-2.000-18 16,0.000 0.000 0-16,0.000 1.000-13 0,-2.000-1.000 3 15,3.000-1.000-1-15,1.000 2.000 1 0,-2.000-3.000 16 16,2.000 0.000-6-16,-2.000-2.000-10 0,3.000 3.000-1 16,0.000-3.000 1-16,0.000 2.000 13 0,-2.000 0.000 3 15,4.000-1.000-6-15,0.000 0.000-10 0,-3.000-1.000 22 16,3.000 0.000 1-16,2.000-1.000-14 0,-3.000 0.000 1 16,0.000 1.000 15-16,2.000-2.000-24 0,-1.000 0.000-4 0,-2.000 0.000-2 15,1.000-2.000 2-15,2.000 1.000 1 0,1.000 0.000 11 16,-1.000-1.000-10-16,1.000-1.000 17 0,3.000 0.000-16 15,-3.000-1.000-1-15,2.000-1.000 1 0,0.000 1.000 0 16,0.000-1.000-3-16,2.000 0.000 27 0,-2.000 0.000-26 0,0.000 0.000 0 16,2.000 0.000-1-16,-4.000 0.000-3 0,4.000 0.000 3 15,-1.000 0.000-1-15,3.000 0.000 2 0,-1.000 2.000-1 16,3.000-1.000 0-16,1.000 2.000 47 0,3.000 0.000-6 16,1.000 0.000-41-16,-3.000-1.000 1 0,3.000 1.000 26 15,0.000-1.000-11-15,0.000-1.000-14 0,-1.000 2.000 14 16,1.000-3.000-16-16,-2.000 0.000 10 0,-2.000 0.000-10 15,1.000 0.000-25-15,-1.000-3.000 24 0,-3.000 1.000 2 16,1.000 0.000-2-16,-1.000-1.000 1 0,0.000-1.000-3 16,-2.000 0.000 3-16,2.000 0.000 0 0,-1.000-1.000 10 15,0.000 1.000 2-15,-3.000 0.000-6 0,4.000-1.000-3 0,-3.000 2.000-3 16,0.000-2.000 26-16,3.000 1.000-25 0,1.000 1.000 0 16,-1.000-1.000-1-16,1.000 0.000 0 0,-1.000 0.000 0 15,2.000 1.000-1-15,0.000 1.000 0 0,1.000 1.000 2 16,-2.000-2.000 0-16,3.000 2.000 0 0,0.000 0.000 0 15,-1.000 0.000 10-15,1.000-1.000-11 0,0.000-1.000-3 0,-1.000 1.000-35 16,-2.000-1.000 7-16,1.000-1.000 19 0,-1.000 0.000-23 16,0.000 1.000 3-16,-1.000-1.000 10 0,1.000 0.000 0 15,-2.000 0.000 10-15,1.000 0.000 12 0,0.000 0.000 2 16,1.000 0.000 1-16,0.000 1.000 15 0,0.000-1.000-17 16,1.000 0.000 0-16,-1.000 0.000 1 0,2.000-1.000 9 15,-2.000 1.000-11-15,-1.000-1.000-13 0,-2.000 0.000-3 16,2.000-2.000 15-16,-3.000 1.000 1 0,0.000-3.000 12 15,0.000 0.000-12-15,-3.000-1.000-10 0,3.000-2.000 10 0,-4.000 0.000 10 16,1.000 1.000-10-16,0.000-1.000 0 0,-1.000 1.000-2 16,-1.000-2.000 2-16,0.000 1.000 9 0,0.000-4.000-7 15,-2.000 4.000-2-15,0.000-3.000-1 0,-2.000 0.000 1 16,2.000 1.000 1-16,-2.000-2.000 0 0,0.000 2.000 0 16,1.000-1.000 15-16,-3.000-1.000 0 0,3.000 1.000-13 0,-2.000 0.000 12 15,-2.000 0.000-15-15,1.000 2.000-19 0,-2.000 0.000 17 16,0.000 1.000 2-16,0.000-1.000 18 0,0.000 2.000 1 15,0.000-1.000-6-15,-3.000 1.000 0 0,-3.000 2.000-10 16,2.000-2.000 19-16,-1.000 2.000 6 0,-2.000 1.000 16 16,-1.000 2.000-4-16,-3.000-2.000-10 0,0.000 1.000-11 15,-2.000-1.000-1-15,0.000-1.000-2 0,-4.000 1.000 3 16,-2.000-2.000-4-16,2.000 3.000 1 0,-3.000-1.000 15 0,-2.000 2.000 9 16,3.000-2.000-12-16,-4.000 2.000-3 0,2.000-2.000 3 15,-1.000 0.000-6-15,0.000 4.000-6 0,-1.000-3.000-5 16,-1.000 0.000-11-16,-2.000 3.000-1 0,-3.000-3.000 1 15,-2.000 0.000 11-15,0.000 4.000-10 0,-1.000 0.000 13 16,2.000-1.000-13-16,-2.000 3.000 50 0,0.000 1.000 2 16,1.000 0.000-10-16,-4.000 0.000 7 0,2.000 2.000-35 15,0.000 5.000 50-15,0.000-1.000-53 0,-2.000 2.000 10 16,1.000 1.000 8-16,-1.000 0.000-6 0,-1.000 1.000-23 16,-1.000 2.000 13-16,1.000 1.000 12 0,-2.000 0.000-24 0,0.000 1.000-4 15,1.000-1.000-10-15,-6.000 0.000 12 0,2.000-1.000 0 16,-2.000 1.000 0-16,-3.000-3.000 0 0,1.000-2.000-7 15,-5.000-1.000-8-15,0.000 0.000 14 0,-1.000-4.000 1 16,1.000 1.000 2-16,1.000-2.000-1 0,3.000 1.000 0 0,2.000 0.000 16 16,1.000 0.000-17-16,4.000 0.000-4 0,2.000-2.000-11 15,2.000 0.000-31-15,1.000-1.000-52 0,1.000 0.000-69 16,-2.000 0.000-91-16,0.000 0.000-236 0,8.000-2.000-583 16,-12.000-3.000-1005-16</inkml:trace>
  <inkml:trace contextRef="#ctx0" brushRef="#br0">25175.000 16261.000 378 0,'0.000'0.000'414'0,"0.000"0.000"-234"16,0.000 0.000-151-16,0.000 0.000 0 0,0.000 0.000 7 0,0.000 0.000 62 16,0.000 0.000-23-16,0.000 0.000-17 0,0.000 0.000-15 15,0.000 0.000-1-15,-3.000-4.000-29 0,3.000 4.000 0 16,0.000 0.000 0-16,0.000 0.000-12 0,0.000 0.000 188 16,0.000 0.000-7-16,0.000 0.000-88 0,0.000 0.000-39 15,0.000 0.000 26-15,0.000 0.000 23 0,0.000 0.000 0 0,0.000 0.000-4 16,0.000 0.000 1-16,0.000 0.000-24 0,0.000 4.000 10 15,0.000-3.000 0-15,0.000 0.000-16 0,0.000 0.000-26 16,0.000 1.000-19-16,0.000-2.000-26 0,0.000 0.000-11 16,0.000 0.000-11-16,0.000 0.000 8 0,0.000 0.000 14 15,0.000 0.000 22-15,0.000 0.000 4 0,0.000 0.000 3 16,2.000 0.000-6-16,-2.000 0.000-1 0,1.000 0.000 7 16,-1.000 0.000 9-16,3.000 0.000 7 0,0.000 3.000 13 15,1.000 3.000 54-15,0.000 0.000-16 0,2.000 1.000-23 16,-1.000 2.000-61-16,1.000-1.000-12 0,2.000 2.000 0 0,-1.000 0.000 16 15,0.000 1.000-16-15,2.000 0.000-3 0,2.000-1.000-1 16,-2.000-2.000-15-16,1.000-1.000 19 0,2.000 0.000 0 16,-3.000 0.000 2-16,1.000-3.000-2 0,-2.000-1.000 0 15,-1.000-1.000-1-15,-2.000 0.000 1 0,1.000 0.000 15 16,-3.000-2.000 27-16,3.000 0.000-14 0,-3.000 0.000-9 0,2.000 0.000 0 16,1.000 0.000 13-16,-1.000 0.000 9 0,5.000 0.000 0 15,0.000-2.000 7-15,1.000-1.000-10 0,4.000 1.000-22 16,-2.000-2.000 6-16,5.000-1.000-21 0,-4.000 1.000 2 15,5.000-3.000 0-15,-2.000 3.000 0 0,5.000-3.000 26 16,-1.000 0.000-29-16,-2.000 1.000 0 0,1.000 1.000-2 16,-3.000 2.000-9-16,-1.000-1.000 11 0,-1.000 2.000-1 15,-5.000 2.000-9-15,-1.000-1.000-3 0,-4.000 1.000-6 16,2.000 0.000 19-16,-2.000 0.000 0 0,1.000 0.000 35 16,-3.000 0.000-4-16,2.000 1.000-15 0,0.000 1.000-3 15,2.000 0.000 15-15,0.000 0.000 13 0,0.000 1.000-22 0,1.000-1.000-19 16,-3.000 1.000 3-16,4.000 0.000-2 0,-2.000-2.000 0 15,0.000 3.000-1-15,-1.000-2.000 19 0,1.000 1.000-17 16,-1.000-2.000-2-16,0.000 2.000 0 0,0.000 0.000 0 16,-1.000-1.000 12-16,4.000 0.000 10 0,-3.000 0.000-18 15,2.000-1.000-1-15,-2.000 0.000-1 0,3.000 0.000-2 0,-1.000 1.000-1 16,1.000-1.000 1-16,1.000-1.000 2 0,2.000 0.000 1 16,-1.000 0.000-1-16,3.000 0.000 1 0,-3.000 0.000 8 15,0.000 0.000-11-15,2.000 0.000 0 0,-3.000 0.000-1 16,1.000 0.000-2-16,-2.000 0.000 1 0,-1.000 0.000-16 15,0.000 1.000 14-15,1.000 1.000 4 0,0.000-1.000 2 16,-4.000 2.000-2-16,3.000 0.000-3 0,1.000-1.000 3 0,0.000-1.000 0 16,0.000 1.000 19-16,0.000 0.000 0 0,1.000 0.000-19 15,-2.000-1.000 2-15,1.000 0.000 0 0,2.000 0.000 1 16,1.000-1.000 10-16,0.000 2.000-12 0,0.000-2.000 1 16,3.000 0.000 23-16,-1.000 0.000-23 0,2.000 0.000 20 15,-1.000 0.000-22-15,-2.000 0.000 0 0,1.000 0.000 0 16,-2.000 0.000-1-16,-2.000 1.000-1 0,1.000-1.000-1 15,-1.000 1.000 3-15,1.000 0.000-1 0,-2.000-1.000-1 16,2.000 1.000 2-16,-1.000-1.000 0 0,2.000 0.000-3 0,-3.000 0.000-1 16,5.000 0.000 4-16,-3.000 0.000 20 0,0.000 0.000-17 15,4.000 0.000 29-15,-2.000-1.000-11 0,-1.000 0.000-20 16,2.000 0.000 7-16,-1.000-2.000-8 0,2.000 2.000-2 16,-1.000 0.000 2-16,3.000 1.000 0 0,-1.000-1.000 19 15,1.000 1.000-19-15,1.000-2.000 1 0,-2.000 2.000 12 0,2.000 0.000-13 16,-2.000 0.000-17-16,1.000 0.000 17 0,0.000 0.000 11 15,2.000 0.000-9-15,-1.000 3.000-1 0,1.000-2.000-1 16,1.000 2.000 0-16,-1.000-2.000-2 0,1.000 0.000 2 16,0.000 0.000 3-16,-1.000 0.000 12 0,1.000 1.000-14 15,3.000-2.000 16-15,-1.000 0.000-1 0,1.000 0.000-1 16,2.000 0.000-11-16,-2.000-2.000-1 0,-3.000 0.000-2 16,0.000 2.000 30-16,0.000-1.000-19 0,-4.000 1.000-12 15,-2.000-1.000-11-15,0.000 1.000 11 0,-6.000-2.000 1 16,1.000 2.000 0-16,-2.000 0.000-1 0,-3.000 0.000 2 0,-1.000 0.000 0 15,0.000-1.000 1-15,-3.000 1.000-2 0,0.000 0.000 0 16,2.000 0.000 1-16,-2.000 0.000 2 0,0.000 0.000-1 16,0.000 0.000-3-16,0.000 0.000-2 0,0.000 0.000-2 15,0.000 0.000-8-15,1.000 0.000 0 0,2.000 0.000 12 16,2.000 0.000 1-16,-2.000 0.000 17 0,3.000 0.000-5 0,0.000 0.000-1 16,1.000-1.000 4-16,0.000 0.000-4 0,1.000 1.000-9 15,-3.000-2.000 0-15,1.000 2.000-1 0,0.000 0.000-2 16,1.000-2.000-1-16,-1.000 0.000 1 0,0.000 1.000-1 15,0.000-1.000 1-15,2.000 2.000-2 0,-1.000 0.000-1 16,0.000 0.000 2-16,1.000 0.000 1 0,1.000 0.000 0 16,-1.000 0.000 0-16,1.000 2.000-10 0,2.000 0.000 10 15,2.000 1.000 21-15,-1.000 0.000 17 0,0.000 1.000-10 16,-1.000-2.000-18-16,-3.000 0.000-10 0,4.000 2.000-1 16,-3.000-1.000 1-16,2.000 0.000 37 0,3.000 1.000-15 15,0.000-1.000-22-15,1.000 1.000 15 0,3.000-2.000 13 0,0.000 3.000-3 16,0.000-3.000 21-16,-3.000 1.000-44 0,2.000-1.000 26 15,-5.000-1.000-26-15,-2.000 1.000 10 0,1.000-2.000-9 16,-1.000 0.000 13-16,-2.000 0.000-16 0,0.000 0.000 0 16,1.000 0.000 1-16,0.000 0.000 14 0,1.000 0.000 10 0,2.000-2.000-10 15,-1.000 0.000 4-15,0.000 0.000-7 0,0.000-1.000-9 16,1.000 2.000 13-16,-4.000-2.000-4 0,4.000 0.000 0 16,-4.000 2.000-11-16,3.000-2.000 1 0,-2.000 2.000 0 15,2.000 1.000 10-15,-3.000-1.000-8 0,4.000 0.000-1 16,-5.000 0.000 0-16,-1.000 1.000-3 0,0.000 0.000-2 15,-1.000 0.000-14-15,2.000 0.000 16 0,-1.000 0.000 1 16,1.000 0.000 18-16,2.000 0.000-1 0,0.000 0.000-6 16,-1.000 0.000-12-16,0.000 0.000 0 0,-1.000 0.000 0 15,1.000 0.000 0-15,0.000 0.000 13 0,0.000 0.000 2 16,1.000 1.000-15-16,2.000 0.000 12 0,-2.000-1.000 10 0,1.000 1.000-7 16,-3.000-1.000-14-16,1.000 0.000 1 0,-6.000 0.000 10 15,1.000 0.000-10-15,-1.000 0.000 2 0,-1.000 0.000 8 16,-1.000 0.000 0-16,2.000 0.000 3 0,-1.000 0.000-2 15,-1.000 0.000 8-15,0.000 0.000 0 0,0.000 0.000 1 16,0.000 0.000-10-16,0.000 0.000-10 0,0.000 0.000 10 0,0.000 0.000-9 16,0.000 0.000-1-16,0.000 0.000 0 0,0.000 0.000-2 15,0.000 0.000-22-15,0.000 0.000-73 0,0.000-3.000-95 16,-6.000-2.000-115-16,2.000-1.000-298 0,-22.000-5.000-1408 0,62.000 36.000 164 16</inkml:trace>
  <inkml:trace contextRef="#ctx0" brushRef="#br0">24274.000 15336.000 479 0,'0.000'0.000'0'0,"0.000"0.000"-19"16,0.000 0.000-275-16</inkml:trace>
  <inkml:trace contextRef="#ctx0" brushRef="#br0">23185.000 14036.000 362 0,'0.000'0.000'535'16,"0.000"0.000"-314"-16,0.000 0.000-120 0,0.000 0.000 13 15,0.000 0.000 65-15,0.000 0.000 10 0,0.000 0.000-56 16,0.000 0.000-32-16,0.000 0.000-49 0,0.000 0.000-7 0,0.000 0.000 17 16,-8.000-4.000-33-16,8.000 4.000-16 0,0.000 0.000-13 15,0.000 0.000-2-15,2.000 0.000-2 0,-1.000 0.000 4 16,2.000-2.000 2-16,0.000 1.000 0 0,-1.000-2.000-1 15,1.000 3.000 44-15,0.000-1.000-3 0,-3.000 1.000-13 16,1.000-2.000-9-16,-1.000 2.000 19 0,0.000 0.000 16 16,0.000 0.000 3-16,0.000 0.000 3 0,0.000 0.000 1 15,0.000 0.000-14-15,0.000 0.000-19 0,0.000 0.000-16 16,1.000 0.000-10-16,1.000 0.000 1 0,1.000 0.000 41 0,1.000 0.000 19 16,2.000 0.000-19-16,-1.000 0.000-19 0,1.000 0.000 0 15,2.000 0.000 6-15,0.000 0.000 0 0,-1.000 0.000-6 16,1.000 0.000 2-16,-1.000 0.000 4 0,1.000 0.000-3 15,-1.000 0.000 0-15,1.000 0.000 13 0,-1.000 0.000 15 16,4.000 2.000-12-16,-3.000-1.000-16 0,0.000 0.000-13 0,1.000 2.000-2 16,2.000-3.000-14-16,-2.000 2.000 0 15,1.000 2.000 10-15,2.000-3.000 19 0,-2.000 1.000-27 0,-1.000-1.000-2 16,2.000-1.000 2-16,-2.000 1.000 11 0,0.000 1.000 3 16,-1.000-1.000-15-16,-2.000-1.000 1 0,1.000 0.000 11 15,-1.000 0.000 0-15,-2.000 2.000 6 0,2.000-1.000-7 16,-1.000 0.000-12-16,1.000 1.000 13 0,-1.000 1.000-11 15,2.000-1.000 14-15,1.000 1.000 7 0,3.000 1.000-4 16,-3.000-1.000-19-16,5.000 0.000 0 0,-3.000-1.000 18 16,2.000 0.000-15-16,1.000-1.000 10 0,-2.000 2.000-12 0,0.000-3.000-1 15,1.000 1.000 0-15,-1.000-1.000-4 0,-3.000 2.000 2 16,4.000-2.000-9-16,-4.000 0.000 11 0,1.000 0.000 12 16,2.000 0.000-11-16,-2.000 1.000 0 0,0.000-1.000 15 15,1.000 0.000-3-15,-1.000 0.000-11 0,-4.000 2.000-2 16,3.000-1.000-1-16,-1.000-1.000-2 0,1.000 1.000 3 0,0.000 1.000 0 15,0.000-2.000 16-15,2.000 0.000-16 16,0.000 0.000 3-16,1.000 0.000-1 0,1.000 0.000-1 0,-3.000 0.000-1 16,1.000 0.000 3-16,3.000 0.000 10 0,-3.000 0.000-11 15,1.000 0.000-2-15,0.000 0.000-3 0,-2.000 0.000 3 16,-1.000 0.000 0-16,2.000 0.000 1 0,0.000 0.000-1 16,-2.000 0.000 2-16,1.000 0.000 0 0,-1.000 0.000 1 15,1.000 0.000-2-15,-1.000 0.000 1 0,2.000 0.000 2 16,0.000 0.000 11-16,-1.000 0.000-12 0,2.000 0.000-3 15,-2.000 0.000 3-15,1.000-2.000-1 0,0.000 2.000-1 16,-1.000 0.000-1-16,-2.000 0.000 0 0,1.000 0.000-2 16,-2.000 0.000-1-16,0.000 0.000 0 0,0.000 0.000 1 0,1.000 0.000-1 15,-1.000 0.000 3-15,1.000 0.000 3 0,0.000 0.000 1 16,1.000 0.000 8-16,-1.000 0.000-11 0,1.000 0.000 0 16,1.000 0.000-1-16,-2.000 0.000 0 0,2.000 0.000 0 15,3.000 0.000-1-15,-4.000 0.000 1 0,3.000 0.000 1 0,1.000-1.000 1 16,1.000-2.000 11-16,2.000 3.000 6 0,-4.000-3.000-19 15,3.000 2.000-2-15,-5.000-2.000 0 0,3.000 2.000 2 16,-2.000-1.000-2-16,0.000 0.000 0 0,-1.000 2.000-2 16,-1.000 0.000 3-16,-1.000 0.000-2 0,1.000-2.000 0 15,-3.000 2.000-10-15,1.000 0.000 1 0,0.000-1.000 12 16,3.000 1.000 0-16,-1.000 0.000 1 0,0.000 0.000 1 16,3.000 0.000 1-16,-1.000 0.000 0 0,0.000-1.000 9 15,2.000-1.000-12-15,-1.000 1.000-2 0,0.000-1.000 0 16,1.000 1.000 1-16,0.000 0.000 1 0,-1.000-1.000-1 15,-1.000 1.000-1-15,-2.000 1.000 0 0,-1.000-1.000 0 0,1.000 1.000 1 16,-3.000 0.000-1-16,1.000 0.000 1 0,-1.000 0.000 0 16,-2.000 0.000-1-16,2.000 0.000-11 0,0.000 0.000 1 15,0.000 0.000 9-15,-1.000 0.000 3 0,0.000 1.000 0 16,1.000 0.000 4-16,1.000 1.000 8 0,0.000-2.000 1 0,0.000 1.000-11 16,2.000-1.000 17-16,-3.000 1.000-3 0,1.000-1.000-16 15,0.000 2.000 0-15,-1.000-2.000 0 0,1.000 1.000 2 16,0.000-1.000 1-16,2.000 0.000 22 0,-2.000 2.000-21 15,-1.000-1.000 15-15,1.000-1.000-17 0,-2.000 0.000 17 16,0.000 0.000-7-16,-1.000 0.000 4 0,2.000 1.000 9 16,0.000-1.000 4-16,-2.000 0.000-11 0,1.000 0.000-14 15,-1.000 0.000 11-15,0.000 0.000-15 0,-3.000-8.000-134 16,0.000 0.000-339-16,-24.000-13.000-1778 0</inkml:trace>
  <inkml:trace contextRef="#ctx0" brushRef="#br0">22881.000 12739.000 541 0,'0.000'0.000'336'16,"0.000"0.000"-193"-16,0.000 0.000-94 0,0.000 0.000 342 16,0.000 0.000-46-16,0.000 0.000-131 0,0.000 0.000-58 15,0.000 0.000-36-15,0.000 0.000-4 0,0.000 0.000-29 16,3.000-53.000 30-16,-8.000 46.000-5 0,2.000 3.000-12 0,-3.000-3.000-58 16,0.000 1.000 13-16,-2.000 2.000-7 0,1.000-3.000 0 15,-3.000 2.000-26-15,-1.000 1.000 33 0,-3.000 1.000-14 16,2.000-2.000-39-16,0.000 4.000 40 0,-1.000-2.000-10 0,-1.000 3.000-13 15,0.000 0.000-19-15,-3.000 2.000-22 16,1.000 3.000 19-16,-1.000 2.000-9 0,1.000 2.000 12 0,0.000-2.000 1 16,5.000 4.000 15-16,0.000-3.000 3 0,2.000 3.000 0 15,3.000 0.000 16-15,1.000 2.000 23 0,5.000 0.000 9 16,0.000 3.000-7-16,0.000-1.000 13 0,5.000 2.000-73 16,1.000-1.000-83-16,3.000 4.000 58 0,0.000-2.000 12 15,2.000 4.000 11-15,-1.000-2.000 2 0,1.000 4.000 2 16,-1.000-4.000-2-16,-2.000 2.000-3 0,-1.000-4.000-16 15,-2.000 1.000 17-15,0.000-2.000-1 0,-2.000 1.000 3 16,-1.000-2.000 0-16,-2.000-2.000 38 0,0.000-2.000 3 16,0.000 1.000-9-16,-1.000-1.000 6 0,-3.000-2.000 9 0,-5.000-2.000-12 15,2.000 1.000 3-15,-3.000 0.000 3 0,-4.000 0.000 10 16,-1.000-1.000-7-16,-2.000-2.000-42 0,2.000-1.000 26 16,-2.000 0.000 1-16,3.000-4.000 9 0,-1.000 0.000-29 15,5.000-1.000-9-15,1.000 0.000-35 0,4.000 0.000-12 16,-2.000 0.000-10-16,5.000 0.000-31 0,2.000 0.000-58 0,0.000-2.000-70 15,0.000-2.000-78-15,7.000-2.000-95 0,2.000 0.000-226 16,0.000-2.000-615-16,8.000-5.000 440 0</inkml:trace>
  <inkml:trace contextRef="#ctx0" brushRef="#br0">22892.000 13014.000 1020 0,'0.000'0.000'101'0,"0.000"0.000"580"0,0.000 0.000-101 0,0.000 0.000-364 16,0.000 0.000-90-16,0.000 0.000-39 0,0.000 0.000-13 15,0.000 0.000 13-15,0.000 0.000 19 0,0.000 0.000-14 16,0.000 0.000-37-16,57.000-2.000-14 0,-40.000-1.000-15 15,0.000-2.000-7-15,5.000-2.000 0 0,-1.000 1.000-17 16,0.000-2.000 1-16,2.000 1.000-3 0,-1.000-3.000-34 16,-2.000 2.000-33-16,0.000-4.000 13 0,-2.000 1.000 6 15,-3.000 0.000-6-15,-1.000-1.000 9 0,-5.000 3.000 45 16,-3.000 1.000 27-16,-4.000 0.000 38 0,-2.000 1.000 5 16,0.000 2.000-13-16,-2.000-1.000-28 0,-6.000-1.000 16 15,-2.000 2.000 12-15,-3.000 0.000 26 0,-1.000 0.000-48 0,-3.000 1.000-4 16,0.000 2.000-29-16,-3.000 2.000 17 15,0.000 0.000-3-15,1.000 4.000-15 0,-1.000 2.000 1 0,0.000 1.000 21 16,4.000 2.000-11-16,-1.000 2.000-12 0,5.000 0.000-25 16,4.000 4.000-16-16,-1.000-2.000-13 0,5.000 4.000 0 0,1.000-1.000 22 15,3.000 1.000 0-15,0.000 0.000 10 0,0.000 2.000-10 16,6.000-3.000 32-16,2.000 2.000 1 0,2.000 0.000-1 16,2.000-1.000-13-16,1.000-2.000-41 0,-1.000 0.000-26 15,-1.000-2.000-19-15,3.000-3.000 9 0,-3.000-1.000-19 16,3.000-3.000 6-16,0.000 0.000-3 0,2.000-5.000 12 15,2.000-1.000-28-15,3.000 0.000-63 0,1.000-9.000-52 16,0.000-1.000-74-16,1.000-3.000-5 0,-3.000-2.000-3 16,-1.000 1.000 78-16,-4.000 1.000 241 0,-2.000 2.000 49 15,-3.000 3.000 195-15,-3.000 2.000-9 0,-2.000 1.000-14 0,-2.000 2.000 19 16,-2.000 0.000 10-16,-1.000 3.000-39 0,0.000 0.000 2 16,0.000 0.000 4-16,0.000 0.000-31 0,0.000 0.000-51 15,0.000 0.000-68-15,0.000 0.000-38 0,0.000 0.000-29 16,2.000 0.000 2-16,4.000 0.000 17 0,3.000 0.000 23 15,4.000 0.000 19-15,3.000 0.000-1 0,0.000-4.000-18 16,4.000-2.000 2-16,-1.000-2.000-12 0,4.000-2.000 0 0,2.000 1.000-30 16,2.000-6.000 8-16,0.000 1.000-10 0,3.000-3.000-2 15,1.000-3.000 0-15,0.000 0.000-87 0,0.000-5.000 19 16,-1.000 1.000 6-16,-3.000-3.000 7 0,-2.000-4.000-4 16,-3.000-1.000 4-16,-1.000-3.000 12 0,-5.000 2.000 9 15,-2.000 1.000 7-15,-5.000 1.000 29 0,-3.000 4.000 42 16,-5.000 4.000 19-16,-1.000 6.000 32 0,0.000-1.000-13 0,-2.000 2.000 35 15,-6.000 3.000 2-15,-1.000 2.000-34 0,0.000 2.000-26 16,-2.000 2.000 22-16,3.000 2.000-19 0,-2.000 1.000-38 16,1.000 1.000-22-16,2.000 2.000-29 0,-1.000 1.000 14 15,0.000 0.000-33-15,2.000 1.000-21 0,-2.000 6.000 5 16,-3.000 5.000 30-16,0.000 3.000 21 0,-4.000 4.000 13 16,1.000 4.000-1-16,-2.000 3.000-16 0,1.000 3.000 16 15,-2.000 0.000 1-15,2.000 2.000 0 0,0.000 1.000 9 16,1.000 4.000 36-16,2.000-2.000 2 0,1.000-2.000-28 15,2.000-1.000-19-15,3.000-1.000 0 0,2.000-2.000-19 0,1.000-3.000 3 16,3.000 0.000-22-16,0.000-2.000-38 0,3.000-1.000 3 16,4.000-4.000 9-16,1.000 0.000-51 0,1.000-4.000-115 15,0.000-2.000-88-15,1.000-2.000 36 0,0.000-2.000-25 16,-4.000-1.000-21-16,1.000 0.000 35 0,-1.000-1.000 88 0,-1.000-1.000 88 16,0.000-1.000 56-16,-1.000-1.000 61 0,-2.000 0.000 3 15,-1.000 0.000 153-15,2.000-3.000 144 0,-3.000 0.000 12 16,2.000 0.000-46-16,-1.000 2.000-13 0,4.000-1.000-8 15,2.000-1.000-45-15,3.000 0.000-20 0,1.000 0.000-26 16,5.000 0.000-26-16,0.000 0.000-26 0,3.000-5.000-16 16,0.000 0.000-20-16,2.000-1.000-24 0,1.000-1.000-17 15,0.000-1.000-9-15,1.000-2.000 0 0,-1.000 2.000-16 16,-2.000-2.000 0-16,-2.000-1.000 0 0,-2.000 4.000 1 16,-3.000-4.000 11-16,0.000 3.000-9 0,-6.000-2.000 29 15,-1.000 2.000-3-15,0.000-2.000-29 0,-4.000 2.000 2 0,1.000-1.000 1 16,-3.000 2.000 41-16,0.000 0.000-25 0,0.000 1.000-19 15,0.000 0.000-25-15,-3.000-1.000 25 0,-2.000 1.000 32 16,-1.000 0.000 3-16,-2.000 3.000-19 0,-1.000-1.000-4 16,-2.000 1.000-12-16,1.000 2.000-19 0,0.000 0.000 4 15,-3.000 1.000-11-15,1.000 0.000 23 0,-2.000 4.000-18 16,3.000 2.000 21-16,-1.000 2.000 22 0,2.000-1.000-9 0,3.000 4.000-13 16,-1.000 2.000-2-16,0.000 0.000 1 0,2.000 3.000 1 15,2.000 1.000 38-15,0.000-2.000-29 0,2.000 2.000-9 16,2.000-5.000-38-16,0.000 2.000 0 0,3.000-1.000 26 15,4.000 0.000 10-15,5.000 0.000-36 0,4.000-1.000-19 16,4.000-4.000-35-16,2.000-2.000-25 0,4.000-2.000 28 16,2.000-4.000-52-16,4.000-6.000-32 0,1.000-6.000-48 15,0.000-3.000-57-15,-2.000-3.000-3 0,-1.000 0.000 44 16,-3.000 0.000 101-16,-1.000-1.000 39 0,-3.000-1.000 25 0,-4.000 2.000 72 16,-2.000 0.000 29-16,-4.000 2.000 92 0,-3.000 4.000 90 15,-3.000 3.000 25-15,-5.000 4.000 87 0,-1.000-1.000 15 16,-1.000 4.000-47-16,0.000 1.000-58 0,0.000-1.000-53 15,-3.000 1.000-57-15,1.000 1.000-25 0,-3.000-1.000-16 16,1.000 1.000-45-16,1.000-1.000-37 0,0.000-1.000-21 0,-2.000 2.000-16 16,-4.000 0.000-1-16,1.000 4.000 4 0,-4.000 4.000 5 15,0.000 1.000 17-15,-1.000 4.000 12 0,0.000 1.000 0 16,3.000 4.000 0-16,0.000-1.000-15 0,4.000 0.000-10 16,2.000-2.000-1-16,2.000-1.000-5 0,2.000 0.000 6 15,0.000-2.000-4-15,8.000 2.000 28 0,4.000-3.000-24 16,5.000 0.000-35-16,4.000-4.000-51 0,6.000 0.000-32 15,2.000-5.000-4-15,4.000-2.000-141 0,1.000-4.000-160 16,-1.000-6.000-126-16,-3.000-3.000-67 0,-10.000 2.000 110 16,6.000-8.000-147-16</inkml:trace>
  <inkml:trace contextRef="#ctx0" brushRef="#br0">24280.000 12888.000 760 0,'0.000'0.000'1668'0,"0.000"0.000"-1455"0,0.000 0.000-193 16,0.000 0.000 2-16,0.000 0.000 65 0,0.000 0.000 58 15,0.000 0.000 3-15,0.000 0.000-148 0,0.000 0.000-7 0,0.000 0.000 4 16,-45.000 0.000 3-16,56.000 5.000 83 0,6.000 3.000-9 16,2.000 0.000-20-16,4.000 0.000-22 0,0.000-1.000-16 15,1.000-1.000-16-15,-3.000-1.000-2 0,-1.000-3.000-1 16,0.000 1.000-17-16,-1.000-3.000-8 0,1.000 0.000-23 16,0.000 0.000-39-16,-1.000-6.000-61 0,1.000 1.000-29 15,-3.000-2.000-55-15,0.000-3.000-62 0,-4.000-1.000-119 16,2.000-2.000-114-16,-7.000 2.000-147 0</inkml:trace>
  <inkml:trace contextRef="#ctx0" brushRef="#br0">24547.000 12732.000 163 0,'0.000'0.000'1911'16,"0.000"0.000"-1600"-16,0.000 0.000-227 0,0.000 0.000 45 16,0.000 0.000 71-16,0.000 0.000 35 0,0.000 0.000-50 15,0.000 0.000-95-15,0.000 0.000-39 0,0.000 0.000 15 0,0.000 0.000 14 16,-87.000 58.000 9-16,76.000-34.000 9 0,-1.000 0.000-4 15,1.000 2.000-18-15,3.000-1.000-29 0,1.000 3.000-12 16,2.000-2.000-19-16,3.000 3.000-16 0,2.000-4.000-2 16,0.000 3.000-1-16,4.000-3.000-28 0,3.000-3.000-20 15,4.000-1.000-40-15,0.000-5.000 3 0,2.000-3.000-48 16,0.000-5.000-58-16,4.000-3.000-1 0,1.000-5.000-26 16,3.000-2.000-94-16,-1.000-10.000-105 0,5.000-5.000-201 15,-8.000 3.000-371-15</inkml:trace>
  <inkml:trace contextRef="#ctx0" brushRef="#br0">24666.000 12962.000 915 0,'0.000'0.000'995'0,"0.000"0.000"-548"16,0.000 0.000-63-16,0.000 0.000-123 0,0.000 0.000-72 16,0.000 0.000-55-16,0.000 0.000-58 0,0.000 0.000-47 15,0.000 0.000-10-15,0.000 0.000 70 0,-21.000 34.000-10 16,16.000-20.000-19-16,1.000 2.000-28 0,0.000-2.000 9 0,2.000-1.000-7 16,-1.000 0.000-34-16,3.000-3.000 0 0,0.000 0.000-19 15,-1.000-2.000-22-15,1.000 0.000-28 0,0.000-5.000-58 16,0.000 3.000-64-16,0.000-3.000-58 0,1.000-3.000-65 15,4.000 0.000-161-15,0.000-5.000-83 0,1.000-1.000-73 16</inkml:trace>
  <inkml:trace contextRef="#ctx0" brushRef="#br0">24744.000 12848.000 2745 0,'0.000'0.000'423'0,"0.000"0.000"-311"0,0.000 0.000-32 15,0.000 0.000 79-15,0.000 0.000 59 0,0.000 0.000-108 16,0.000 0.000-110-16,0.000 0.000-97 0,0.000 0.000-30 15,0.000 0.000-47-15,0.000 0.000-78 0,0.000 4.000-184 16,0.000 2.000 13-16,0.000 1.000-350 0,0.000-1.000-737 0</inkml:trace>
  <inkml:trace contextRef="#ctx0" brushRef="#br0">24744.000 12848.000 2413 0,'40.000'29.000'503'0,"-40.000"-29.000"-416"0,0.000 0.000-14 0,0.000 0.000 106 15,0.000 0.000 127-15,0.000 0.000-69 0,0.000 0.000-140 16,0.000 0.000-59-16,0.000 0.000-3 0,0.000 0.000-12 16,0.000 0.000-23-16,0.000 6.000-40 0,0.000 3.000 40 15,0.000 4.000 34-15,0.000 2.000 4 0,0.000 3.000-10 16,0.000 2.000-25-16,-3.000-2.000 0 0,1.000-2.000-3 16,0.000 1.000-1-16,-2.000-1.000-15 0,3.000-2.000 14 15,-1.000-2.000 2-15,1.000-1.000 1 0,1.000-4.000-1 16,-2.000-1.000 0-16,2.000-2.000-19 0,0.000-4.000 6 15,0.000 0.000 10-15,0.000 0.000 3 0,0.000 0.000 19 16,5.000-4.000 51-16,4.000-4.000 11 0,3.000-5.000-28 0,7.000-4.000-13 16,1.000-5.000-15-16,2.000 1.000-6 0,-1.000-1.000-16 15,-2.000 1.000-1-15,-2.000 3.000 14 0,-4.000 1.000-13 16,0.000 2.000-2-16,-4.000 2.000 1 0,-3.000 3.000 10 16,-2.000 2.000-12-16,2.000 3.000-57 0,-6.000 4.000-45 0,1.000 1.000-65 15,-1.000 0.000-103-15,0.000 0.000-158 0,0.000 2.000-259 16,0.000 2.000-505-16,-5.000 5.000-146 0</inkml:trace>
  <inkml:trace contextRef="#ctx0" brushRef="#br0">24989.000 12994.000 398 0,'0.000'0.000'1671'0,"0.000"0.000"-1457"16,0.000 0.000-156-16,0.000 0.000 97 0,0.000 0.000 142 15,0.000 0.000 11-15,0.000 0.000-110 0,0.000 0.000-99 16,0.000 0.000-45-16,0.000 0.000 13 0,35.000 2.000 15 0,-21.000-2.000 10 15,5.000-1.000-13-15,-2.000-3.000-32 0,3.000-2.000-22 16,-1.000 0.000-12-16,1.000 0.000-10 0,-3.000-2.000-1 16,2.000 1.000 1-16,-2.000-3.000 0 0,-2.000 0.000-3 15,-1.000 0.000-16-15,-3.000-1.000 4 0,-3.000 1.000-3 16,1.000 1.000 15-16,-5.000 0.000 35 0,-1.000 2.000 3 16,-2.000-1.000-10-16,-1.000 3.000 9 0,0.000 1.000-24 0,-3.000 0.000 43 15,-2.000 1.000-14-15,-4.000 1.000-29 0,-1.000-1.000-13 16,-3.000 2.000-42-16,-3.000 1.000 7 0,-4.000 0.000 17 15,1.000 0.000 11-15,-4.000 6.000 7 0,0.000 3.000 35 16,1.000 2.000 19-16,2.000 3.000 5 0,0.000 0.000-6 16,3.000 3.000-3-16,1.000 2.000-3 0,6.000 0.000-22 15,1.000 0.000 9-15,4.000 2.000 16 0,3.000 0.000-13 16,2.000-2.000 6-16,0.000 1.000-27 0,6.000-2.000-14 16,2.000-1.000-2-16,7.000-1.000-3 0,2.000 0.000-16 15,6.000-4.000-12-15,4.000-1.000 28 0,4.000-4.000-53 0,3.000-6.000-15 16,5.000-1.000 43-16,0.000-1.000-128 0,4.000-10.000-61 15,-1.000-3.000-10-15,-3.000-4.000-160 0,-8.000 3.000-294 16,2.000-9.000-587-16</inkml:trace>
  <inkml:trace contextRef="#ctx0" brushRef="#br0">23607.000 15584.000 688 0,'0.000'0.000'267'16,"0.000"0.000"-267"-16,0.000 0.000 4 0,0.000 0.000 44 15,0.000 0.000-5-15,0.000 0.000-17 0,0.000 0.000 3 16,0.000 0.000 4-16,0.000 0.000 449 0,0.000 0.000-271 16,3.000 0.000-124-16,-3.000 0.000-5 0,0.000 0.000 5 15,0.000 0.000 27-15,0.000 0.000 9 0,0.000 0.000-13 16,0.000 0.000 3-16,-2.000 0.000-23 0,2.000 0.000-32 16,-4.000 0.000-29-16,4.000 0.000 7 0,0.000 0.000-4 15,-1.000 0.000-3-15,-1.000 0.000-7 0,1.000 0.000-19 16,0.000 0.000 17-16,-2.000 0.000 2 0,0.000 0.000 4 0,-2.000-1.000-23 15,2.000 0.000 29-15,-2.000 0.000-3 0,-2.000 0.000 3 16,1.000-2.000 26-16,0.000 2.000-23 0,-1.000-2.000 4 16,2.000 2.000 8-16,-2.000-1.000-2 0,0.000 1.000-19 15,3.000 0.000 9-15,-1.000-1.000 6 0,-1.000 0.000-12 16,2.000 1.000-4-16,-3.000 0.000-6 0,4.000-1.000 16 0,-3.000 2.000-12 16,4.000-1.000 15-16,-1.000 1.000-19 0,0.000 0.000 9 15,0.000-2.000-9-15,0.000 2.000-18 0,-1.000 0.000 3 16,1.000 0.000 11-16,0.000 0.000-14 0,-1.000 0.000 15 15,-1.000 0.000-3-15,-1.000 0.000-12 0,1.000 0.000 0 16,-2.000 3.000-1-16,-1.000 0.000 1 0,1.000 0.000-1 16,0.000 1.000 0-16,-2.000 1.000-9 0,1.000 0.000 9 15,-1.000-2.000 15-15,0.000 2.000-12 0,-1.000 0.000-2 16,3.000-2.000 14-16,0.000 1.000 4 0,-2.000 0.000-6 0,1.000 1.000-11 16,0.000 0.000 0-16,-2.000 0.000 2 0,0.000 1.000 18 15,2.000-1.000-10-15,-3.000-1.000-9 0,2.000 0.000 1 16,0.000 2.000 8-16,1.000-1.000-9 0,0.000 0.000 10 15,2.000 0.000-11-15,0.000-1.000-2 0,1.000-1.000-1 16,-1.000 3.000-2-16,1.000-1.000 1 0,-2.000 1.000-11 16,0.000 1.000 11-16,0.000 1.000 2 0,0.000 1.000 0 15,-2.000 0.000 16-15,3.000 1.000-16 0,-1.000-2.000-1 0,1.000 1.000 0 16,2.000 0.000-12-16,-1.000 0.000 13 0,-3.000 2.000 0 16,2.000 0.000 18-16,-3.000 0.000-2 0,4.000 2.000-4 15,-4.000 0.000 4-15,3.000 0.000 6 0,-1.000 1.000-9 16,1.000-1.000-11-16,0.000 0.000 13 0,0.000 0.000-11 15,1.000 0.000 15-15,-1.000-1.000-16 0,3.000 0.000 0 0,-2.000 1.000 9 16,0.000 1.000-9-16,1.000-1.000 9 0,1.000 0.000 7 16,-1.000 0.000-7-16,0.000 0.000-8 0,1.000-2.000-1 15,0.000 1.000 0-15,1.000 0.000 0 0,-1.000-1.000 0 16,2.000 2.000 10-16,-1.000-1.000-1 0,-1.000 1.000 1 16,3.000-2.000-11-16,-2.000 1.000-2 0,1.000-1.000 15 15,1.000 0.000 7-15,0.000 1.000-9 0,0.000-1.000 7 16,0.000 0.000-5-16,0.000-2.000-11 0,1.000-1.000 8 15,1.000 0.000 19-15,1.000-1.000-6 0,0.000 1.000-6 16,0.000 0.000-7-16,0.000 2.000-11 0,2.000-1.000 1 0,-3.000 2.000 20 16,4.000-3.000-9-16,-3.000 3.000-1 15,3.000-1.000 1-15,-1.000-2.000 2 0,1.000 0.000-12 0,-3.000 1.000 1 16,3.000-2.000 8-16,-1.000 1.000 13 0,1.000 0.000 3 16,0.000-1.000-10-16,2.000 0.000-5 0,-3.000 2.000-11 0,4.000 0.000 0 15,-2.000-2.000-1-15,0.000 2.000-1 0,1.000-2.000-1 16,1.000-1.000 1-16,-1.000 1.000 0 0,1.000-2.000-2 15,-1.000 1.000 0-15,1.000-3.000-11 0,-1.000 1.000 13 16,1.000 0.000-1-16,2.000-1.000 1 0,-2.000 1.000 2 16,1.000-2.000 17-16,3.000 1.000-4 0,-1.000-1.000-2 15,0.000-1.000-11-15,-1.000 2.000 1 0,0.000-2.000 0 16,0.000 0.000 10-16,1.000-1.000-11 0,0.000 1.000 13 16,2.000 1.000-15-16,-2.000-2.000 2 0,2.000 1.000-2 15,-1.000 1.000 0-15,-1.000-1.000 0 0,2.000-1.000 13 16,-1.000 1.000-12-16,1.000-1.000-1 0,0.000 0.000 3 15,1.000 0.000 12-15,-2.000 0.000-13 0,3.000 0.000-1 0,-1.000 0.000 0 16,3.000 0.000 2-16,-2.000-2.000 0 0,1.000-1.000 16 16,2.000 0.000-17-16,-1.000-1.000 18 0,2.000 0.000-17 15,-3.000-1.000 0-15,2.000-1.000 12 0,-2.000 1.000-14 16,0.000 0.000 0-16,-2.000-2.000 12 0,-1.000 3.000-12 0,1.000-2.000 11 16,-3.000 1.000-9-16,2.000 0.000 0 0,-3.000 0.000 0 15,1.000-1.000 0-15,-4.000 0.000 10 0,3.000 0.000-1 16,1.000-1.000 4-16,-1.000-3.000-4 0,0.000 1.000-9 15,3.000-3.000-1-15,1.000 1.000 10 0,-2.000-1.000-12 16,0.000-1.000 1-16,1.000-1.000 0 0,-2.000 1.000-1 16,2.000-1.000 4-16,-4.000 0.000 8 0,0.000 1.000-10 15,-1.000 1.000 0-15,-1.000 2.000 13 0,-2.000 1.000 4 16,0.000 0.000-7-16,2.000 0.000 6 0,-3.000-2.000-5 16,-1.000-1.000 2-16,-1.000-1.000-3 0,2.000 0.000 13 15,-1.000-3.000-4-15,0.000 0.000-18 0,3.000-1.000 0 0,-1.000-1.000 0 16,-2.000 1.000 12-16,2.000 1.000-14 0,-3.000-1.000 0 15,2.000 0.000 2-15,-2.000 2.000 16 0,0.000 0.000-4 16,0.000-1.000-3-16,-3.000 0.000 3 0,2.000 2.000 10 16,-1.000 1.000-1-16,-1.000 0.000-11 0,0.000-3.000-1 15,0.000 0.000-12-15,0.000 1.000-1 0,0.000-2.000-11 16,0.000 0.000 12-16,-3.000 2.000 1 0,0.000 1.000 11 0,0.000 0.000 15 16,0.000 0.000-24-16,-2.000 1.000 10 0,-1.000 0.000 14 15,-2.000 1.000-8-15,-2.000-1.000-1 0,-2.000 2.000-15 16,-1.000 1.000-3-16,-3.000-1.000 0 0,0.000-2.000-25 15,-2.000 4.000 25-15,1.000-1.000-1 0,1.000 2.000-2 16,-2.000 1.000 1-16,2.000 0.000-19 0,-2.000 0.000 0 16,0.000 0.000 17-16,0.000 1.000-10 0,1.000-1.000 13 15,0.000 0.000 1-15,0.000 1.000-15 0,1.000 0.000 2 16,-2.000-1.000 13-16,2.000 1.000 0 0,-1.000-1.000 0 0,0.000 1.000-1 16,2.000 2.000-2-16,-1.000 0.000 2 0,0.000 0.000 0 15,1.000 2.000 0-15,-2.000 0.000-2 0,3.000 0.000 0 16,-2.000 1.000 1-16,3.000-1.000 1 0,-1.000 1.000-11 15,2.000 1.000 10-15,2.000 0.000-10 0,0.000 0.000 11 16,4.000 0.000-10-16,0.000 0.000 10 0,3.000 0.000 1 0,1.000 0.000-1 16,2.000 0.000-15-16,0.000 0.000-20 0,0.000 0.000-4 15,-2.000 0.000-3-15,2.000 0.000-10 0,-1.000 0.000-17 16,1.000 0.000-44-16,-3.000 0.000-51 0,-1.000 0.000-74 16,-4.000 3.000-170-16,1.000-1.000-358 0,-13.000 6.000-675 0</inkml:trace>
  <inkml:trace contextRef="#ctx0" brushRef="#br0">24393.000 16351.000 593 0,'0.000'0.000'310'0,"0.000"0.000"-235"0,0.000 0.000-16 16,0.000 0.000 22-16,0.000 0.000-9 0,0.000 0.000-30 15,0.000 0.000-29-15,0.000 0.000 10 0,0.000 0.000-22 0,-8.000 0.000 0 16,8.000 0.000 25-16,2.000 0.000 0 0,-1.000-1.000-3 15,1.000 1.000 6-15,-2.000 0.000 196 0,1.000 0.000-37 16,-1.000 0.000-61-16,0.000-2.000-36 0,0.000 1.000-20 16,0.000-1.000-6-16,2.000 1.000-6 0,-2.000 1.000-8 0,0.000 0.000-5 15,0.000 0.000-1-15,0.000 0.000-9 0,0.000 0.000 9 16,0.000 0.000 20-16,0.000 0.000 2 0,0.000 0.000-18 16,0.000 0.000-29-16,0.000 0.000-20 0,0.000 1.000-26 15,0.000-1.000 25-15,0.000 0.000 1 0,0.000 0.000 1 16,0.000 0.000 25-16,0.000 0.000 10 0,0.000 0.000-1 15,0.000 0.000 4-15,0.000 0.000-1 0,0.000 0.000 7 16,0.000 0.000 4-16,0.000 0.000-4 0,0.000 0.000 6 16,0.000 0.000-12-16,0.000 0.000-11 0,0.000 0.000-8 15,1.000 0.000-4-15,0.000 0.000-14 0,5.000 0.000 17 16,-1.000 0.000 23-16,2.000 2.000 2 0,1.000-2.000 1 0,3.000 1.000-19 16,1.000 1.000 9-16,-2.000-1.000-3 0,2.000 0.000 3 15,2.000-1.000 0-15,-2.000 2.000-13 0,1.000 0.000 0 16,1.000-1.000-6-16,1.000 1.000 6 0,-4.000 0.000-20 15,2.000 0.000 13-15,3.000 1.000-15 0,-3.000 0.000 4 16,1.000 0.000-1-16,1.000 0.000 0 0,1.000-1.000 13 0,-2.000 2.000-14 16,3.000-1.000 1-16,-1.000 1.000 0 0,3.000 0.000 16 15,0.000-2.000 0-15,1.000 1.000 7 0,0.000-1.000 2 16,2.000-2.000 10-16,-3.000 0.000-3 0,2.000 1.000 6 16,-1.000-1.000 0-16,-2.000 1.000-3 0,0.000-1.000-22 15,-2.000 0.000-4-15,0.000 0.000 1 0,-1.000 0.000-1 16,-3.000 0.000 7-16,-2.000 0.000-16 0,2.000 0.000 10 15,-1.000 0.000-11-15,0.000 1.000 0 0,-1.000-1.000 11 16,3.000 0.000 2-16,-2.000 0.000 1 0,5.000 0.000-13 16,-1.000 0.000 16-16,3.000 0.000-17 0,0.000 0.000 11 15,0.000 0.000 2-15,1.000 0.000-2 0,0.000 0.000-13 0,-1.000 0.000 2 16,1.000 0.000 17-16,1.000 0.000-4 0,-1.000 0.000 5 16,-2.000 0.000 2-16,1.000 0.000-6 0,-2.000 0.000-4 15,-1.000 0.000 4-15,-2.000 0.000-13 0,0.000 2.000 13 16,0.000-2.000-14-16,-1.000 0.000 1 0,1.000 0.000 9 0,-2.000 1.000-11 15,4.000-1.000 2-15,-4.000 1.000-1 0,6.000-1.000 1 16,-1.000 0.000 18-16,2.000 0.000 11 0,-2.000 0.000-14 16,2.000 0.000 10-16,1.000 0.000-15 0,1.000-1.000-1 15,0.000-2.000 4-15,-1.000 1.000 2 0,1.000-1.000-16 16,0.000 0.000 11-16,-2.000 1.000-12 0,0.000 0.000 2 16,-2.000 0.000 0-16,3.000 0.000 0 0,-3.000-1.000 0 15,1.000 0.000 10-15,0.000 0.000-10 0,-1.000 1.000 9 0,0.000 1.000-12 16,-1.000-1.000 1-16,2.000-1.000 2 0,-3.000 0.000 0 15,2.000 2.000 0-15,-1.000-1.000-3 0,0.000 1.000 0 16,-2.000 0.000-4-16,-1.000 1.000-14 0,2.000-2.000-1 16,-2.000 2.000 19-16,-1.000 0.000 0 0,1.000 0.000-2 15,-2.000 0.000-13-15,4.000 0.000 13 0,-2.000 0.000-14 16,1.000 0.000 14-16,1.000 2.000 0 0,3.000 0.000 2 16,0.000 0.000 0-16,3.000-1.000 19 0,-1.000 1.000-1 15,4.000-1.000-5-15,-1.000 0.000 8 0,1.000 1.000-8 0,-1.000-2.000-11 16,-2.000 0.000 0-16,2.000 2.000-1 0,-5.000-1.000 0 15,2.000-1.000 11-15,-4.000 1.000-12 0,0.000 0.000-1 16,0.000-1.000 0-16,-2.000 2.000 1 0,0.000-1.000 0 16,-1.000-1.000-1-16,-1.000 1.000 1 0,0.000 1.000 2 0,-1.000-1.000-2 15,3.000 1.000 1-15,-2.000-1.000 1 0,1.000 2.000 11 16,1.000-3.000-12-16,2.000 0.000-1 0,-2.000 2.000 2 16,2.000-1.000 13-16,-3.000-1.000-13 0,0.000 1.000 0 15,0.000 0.000 20-15,-3.000-1.000-20 0,1.000 0.000 0 16,2.000 2.000 0-16,-1.000-2.000 1 0,-2.000 2.000 10 15,4.000-2.000-10-15,-3.000 1.000 0 0,4.000-1.000 16 16,-3.000 1.000-16-16,2.000 0.000 0 0,1.000 1.000 12 16,-1.000-2.000-15-16,3.000 1.000 12 0,-2.000-1.000-10 15,0.000 1.000-1-15,1.000-1.000-1 0,-1.000 0.000 1 16,-1.000 1.000 11-16,-1.000-1.000-9 0,1.000 1.000-1 0,-1.000 1.000 13 16,0.000-2.000-12-16,0.000 1.000 9 0,0.000 0.000-11 15,0.000-1.000 2-15,-1.000 1.000 12 0,1.000-1.000-13 16,-1.000 2.000 1-16,0.000 0.000 0 0,3.000-1.000 15 15,-2.000 0.000-6-15,2.000 0.000 7 0,1.000 1.000-1 16,2.000-1.000 25-16,1.000 1.000-15 0,-1.000 1.000-13 0,2.000-2.000 4 16,1.000 1.000-7-16,0.000 1.000-11 0,-3.000 0.000 1 15,3.000-2.000-1-15,-2.000 2.000-1 0,0.000-2.000 0 16,1.000 1.000-1-16,-2.000 1.000 1 0,1.000-1.000 0 16,-2.000 0.000-1-16,-1.000-1.000 1 0,1.000 2.000 2 15,-1.000-2.000 1-15,-2.000 2.000-2 0,2.000-2.000 1 16,-2.000 0.000-2-16,3.000 0.000 3 0,-1.000 1.000 13 15,0.000-1.000-13-15,1.000 1.000 0 0,2.000-2.000 15 16,-4.000 1.000-5-16,3.000-1.000-13 0,-2.000 0.000 0 16,1.000 1.000 1-16,0.000-1.000 9 0,1.000 0.000-10 15,-3.000 1.000-1-15,3.000-1.000 1 0,-3.000 0.000 0 0,0.000 0.000-3 16,0.000 0.000 3-16,1.000 0.000 1 0,-4.000 0.000 2 16,2.000 0.000 0-16,2.000 0.000 0 0,-4.000 0.000 9 15,3.000 0.000-9-15,-3.000 0.000 10 0,3.000 0.000 5 16,-2.000 0.000-3-16,-1.000 0.000 0 0,2.000 0.000-13 0,-3.000 0.000 0 15,0.000 0.000 1-15,0.000 0.000 15 0,-2.000 0.000-16 16,-1.000 0.000 1-16,-1.000 0.000 9 0,2.000 0.000-9 16,-2.000 0.000-1-16,-2.000 0.000 1 0,1.000 0.000 0 15,-1.000 0.000 0-15,-1.000 0.000-2 0,-2.000 0.000-1 16,3.000 0.000 1-16,-1.000 0.000-1 0,-1.000-1.000 0 16,-1.000 1.000 1-16,2.000 0.000 1 0,-1.000-1.000-1 15,1.000 1.000-1-15,-3.000-1.000-2 0,2.000-1.000-44 16,-2.000 1.000-12-16,0.000-3.000-22 0,0.000-1.000-61 15,0.000-8.000-128-15,-5.000 1.000-357 0,-32.000-21.000-2551 0</inkml:trace>
  <inkml:trace contextRef="#ctx0" brushRef="#br0">26214.000 15820.000 1048 0,'0.000'0.000'48'0,"0.000"0.000"-48"16,0.000 0.000 46-16,0.000 0.000 26 0,0.000 0.000-30 16,0.000 0.000 589-16,0.000 0.000-235 0,0.000 0.000-189 0,0.000 0.000-81 15,0.000 0.000-30-15,11.000 2.000 17 0,-11.000-1.000 22 16,0.000-1.000-4-16,0.000 1.000-25 0,0.000-1.000-29 16,0.000 0.000-17-16,0.000 1.000-9 0,0.000-1.000 0 15,0.000 0.000-3-15,0.000 0.000 6 0,-3.000 2.000-1 16,0.000-2.000-11-16,-2.000 0.000-8 0,-1.000 1.000 8 0,1.000 0.000-27 15,-3.000 0.000-15-15,-2.000 2.000 0 0,0.000 0.000 19 16,-2.000 2.000 6-16,-2.000 1.000-6 0,-3.000 3.000 0 16,-3.000 4.000-6-16,-2.000 1.000 12 0,-4.000 4.000-24 15,-1.000 3.000 24-15,-1.000 0.000 7 0,-1.000 1.000-10 16,-1.000-1.000 0-16,0.000 2.000-4 0,-2.000 1.000 17 16,3.000-2.000 2-16,1.000-1.000-4 0,5.000-3.000-30 15,4.000-1.000 19-15,5.000-3.000-11 0,-1.000 1.000-11 16,1.000-3.000-2-16,1.000 1.000 0 0,1.000 0.000 1 15,2.000-4.000-2-15,4.000-1.000-31 0,2.000-4.000-2 16,1.000-2.000 5-16,3.000-2.000-1 0,0.000 0.000-5 0,0.000 0.000-45 16,0.000 0.000-31-16,0.000 0.000-49 0,3.000 0.000-82 15,1.000-4.000-60-15,1.000-1.000-88 0,3.000-4.000-162 16,3.000-2.000 139-16,0.000 0.000-155 0,4.000-13.000-160 0</inkml:trace>
  <inkml:trace contextRef="#ctx0" brushRef="#br0">25859.000 15878.000 1474 0,'0.000'0.000'400'0,"0.000"0.000"-228"0,0.000 0.000-42 15,0.000 0.000 6-15,0.000 0.000 45 0,0.000 0.000 9 16,0.000 0.000-25-16,0.000 0.000-40 0,0.000 0.000-26 16,0.000 0.000-12-16,0.000 0.000-11 0,0.000 0.000-12 0,0.000 0.000-7 15,0.000 0.000-22-15,2.000 0.000-12 0,-1.000 0.000-23 16,2.000 3.000 1-16,2.000 0.000-1 0,2.000 6.000 95 15,4.000-1.000 6-15,-1.000 5.000-21 0,4.000 2.000-8 16,1.000 0.000 32-16,-2.000 3.000-19 0,5.000 1.000-26 16,-4.000 2.000-17-16,3.000 0.000-17 0,-1.000 1.000 28 15,1.000 1.000 22-15,1.000-2.000-19 0,-1.000 0.000 3 16,0.000-2.000-12-16,-1.000-1.000-22 0,-2.000-1.000 24 0,0.000-3.000 10 16,-3.000-1.000-6-16,-2.000-2.000 2 0,-4.000-4.000-30 15,1.000-2.000-7-15,-4.000-1.000-15 0,-1.000-3.000 10 16,-1.000-1.000 2-16,0.000 0.000-15 0,0.000 0.000-15 15,0.000 0.000-115-15,-11.000-5.000-177 0,-4.000 1.000-411 16,-45.000-12.000-2583-16</inkml:trace>
  <inkml:trace contextRef="#ctx0" brushRef="#br0">23433.000 16262.000 764 0,'0.000'0.000'378'0,"0.000"0.000"-355"16,0.000 0.000 26-16,0.000 0.000 3 0,0.000 0.000 16 16,0.000 0.000-16-16,0.000 0.000 20 0,0.000 0.000 162 15,0.000 0.000 188-15,-2.000 0.000-253 0,2.000 0.000-132 16,0.000 0.000-37-16,0.000 0.000 0 0,0.000 0.000 59 16,0.000 0.000 38-16,0.000 0.000-13 0,0.000 0.000-20 15,2.000 0.000-28-15,-2.000 0.000 2 0,0.000 0.000 11 0,0.000 0.000 9 16,0.000 0.000 3-16,0.000 0.000-3 0,1.000 0.000-7 15,-1.000 0.000-6-15,0.000 0.000 0 0,0.000 0.000 9 16,0.000 0.000-6-16,0.000 0.000-3 0,0.000 0.000-7 16,0.000 0.000 7-16,0.000 0.000-7 0,0.000 0.000-3 15,0.000 0.000-3-15,2.000 0.000-10 0,-2.000 0.000-6 0,0.000 0.000-3 16,0.000 0.000 6-16,0.000 0.000 13 0,1.000 1.000-10 16,0.000 0.000 10-16,-1.000 1.000 9 0,3.000 0.000 16 15,0.000 2.000-7-15,0.000 1.000-2 0,0.000 0.000-17 16,1.000 3.000-9-16,0.000 0.000 0 0,-1.000 2.000 7 15,0.000 2.000 8-15,0.000 2.000-21 0,0.000 0.000-3 16,-1.000 1.000-10-16,1.000 1.000 28 0,0.000-2.000-29 16,-2.000-1.000 1-16,0.000 0.000 13 0,3.000-3.000-4 15,-4.000-1.000-12-15,3.000-3.000-1 0,-3.000-1.000-14 16,2.000-5.000 13-16,-2.000 2.000 0 0,1.000-2.000 1 0,-1.000 0.000 1 16,0.000 0.000 18-16,2.000 0.000 23 0,-2.000 0.000 51 15,0.000 0.000-14-15,1.000 0.000-10 0,1.000-2.000-24 16,-2.000 2.000-10-16,3.000-2.000-15 0,-2.000 1.000 2 15,3.000-2.000 1-15,4.000-2.000-19 0,6.000-3.000 41 16,7.000-3.000-13-16,4.000-6.000-10 0,8.000-4.000-10 0,6.000-3.000-10 16,1.000-2.000 1-16,1.000 0.000-1 0,-1.000 2.000 0 15,-2.000 0.000-1-15,-5.000 3.000 0 0,-2.000 2.000 0 16,-2.000 1.000 1-16,-4.000 2.000 1 0,-6.000 3.000-1 16,-2.000 2.000-1-16,-6.000 2.000-1 0,-3.000 2.000-24 15,-4.000 2.000-111-15,-4.000 1.000-135 0,0.000 0.000-262 16,-25.000-3.000-964-16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147480000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cm"/>
          <inkml:channelProperty channel="T" name="resolution" value="1" units="1/dev"/>
        </inkml:channelProperties>
      </inkml:inkSource>
      <inkml:timestamp xml:id="ts0" timeString="2022-04-18T02:09: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22451.000 9345.000 975 0,'0.000'0.000'251'0,"0.000"0.000"-118"0,0.000 0.000-120 16,0.000 0.000 7-16,0.000 0.000 45 0,0.000 0.000 3 15,0.000 0.000-6-15,0.000 0.000-29 0,0.000 0.000-4 16,0.000 5.000-13-16,0.000-4.000 0 0,0.000 0.000 10 16,0.000 2.000 7-16,0.000-2.000 175 0,2.000-1.000-124 15,-2.000 1.000-32-15,0.000 2.000 0 0,1.000 0.000 16 16,-1.000 3.000 26-16,2.000 0.000-4 0,-1.000 4.000 33 0,2.000-1.000-123 16,0.000 2.000-3-16,-2.000-1.000 3 0,3.000-3.000 72 15,-1.000 0.000-72-15,0.000 3.000-1 0,0.000-2.000 1 16,2.000 2.000 1-16,-3.000-2.000 15 0,3.000 2.000-13 15,-2.000-3.000 1-15,-2.000-1.000 31 0,2.000-4.000 23 16,0.000 1.000-16-16,-3.000-2.000-16 0,1.000-1.000 6 16,-1.000 0.000 10-16,2.000 0.000 9 0,-2.000 0.000 4 15,0.000 0.000 3-15,0.000 0.000-4 0,1.000-1.000-22 0,0.000-2.000-3 16,1.000 1.000-7-16,1.000-4.000-19 0,1.000 0.000 0 16,4.000-3.000 10-16,1.000-1.000-12 0,3.000-2.000-1 15,0.000-2.000-3-15,0.000 2.000 0 0,0.000 1.000 1 16,-2.000 0.000-11-16,2.000 1.000-3 0,-4.000 2.000 4 15,-2.000 1.000 9-15,3.000 3.000 2 0,-4.000 0.000-1 0,-2.000 1.000-1 16,0.000 2.000 0-16,-3.000 1.000-20 0,2.000 0.000 14 16,-2.000 0.000 9-16,0.000 0.000 25 0,0.000 0.000-5 15,0.000 0.000-1-15,0.000 0.000 13 0,0.000 0.000-10 16,0.000 0.000-6-16,0.000 0.000 0 0,0.000 0.000-14 16,0.000 0.000-2-16,0.000 1.000-13 0,0.000-1.000-6 15,0.000 0.000-6-15,0.000 0.000-7 0,1.000 0.000-84 16,1.000-1.000-115-16,1.000-4.000-279 0,0.000 1.000-548 15,-12.000 13.000-156-15</inkml:trace>
  <inkml:trace contextRef="#ctx0" brushRef="#br0">16703.000 5965.000 1858 0,'0.000'0.000'2'0,"0.000"0.000"727"15,0.000 0.000-526-15,0.000 0.000-116 0,0.000 0.000-30 0,0.000 0.000 46 16,0.000 0.000 25-16,0.000 0.000-13 0,0.000 0.000 44 15,0.000 0.000-19-15,1.000-2.000-131 0,1.000 12.000-9 16,0.000-2.000-72-16,0.000-1.000 56 0,-1.000-5.000-38 16,0.000 1.000 12-16,2.000-1.000 36 0,2.000 3.000 6 15,-1.000 0.000 19-15,3.000 2.000 0 0,2.000-1.000 3 0,1.000-1.000 17 16,0.000 0.000-17-16,4.000-3.000-6 16,4.000-2.000-16-16,3.000 0.000 3 0,2.000-1.000 0 0,5.000-8.000 0 15,3.000-3.000 0-15,3.000-3.000 0 0,0.000-3.000 16 16,2.000-3.000-19-16,-4.000 1.000-16 0,-2.000 2.000 13 15,-2.000 1.000-12-15,-4.000 3.000 12 0,-3.000 2.000-9 16,-4.000 5.000-1-16,-4.000 0.000-16 0,-3.000 3.000 17 16,-3.000 4.000-17-16,-3.000 0.000 11 0,-1.000 0.000 18 15,2.000 0.000 16-15,-1.000 0.000-14 0,3.000 4.000 0 16,2.000 1.000 1-16,2.000 3.000 1 0,2.000 1.000-2 0,5.000 2.000 20 16,2.000 1.000 3-16,3.000 1.000-18 15,1.000-2.000-7-15,5.000 0.000 0 0,1.000-5.000-2 0,4.000-4.000-1 16,3.000-2.000-36-16,0.000 0.000 17 0,2.000-3.000-19 15,2.000-7.000 41-15,3.000-3.000 16 0,0.000-2.000-15 16,2.000 0.000-1-16,1.000-3.000 0 0,-1.000 1.000 3 0,-1.000 2.000-3 16,-2.000-1.000 2-16,-4.000 5.000 46 0,-3.000 2.000-1 15,-5.000 3.000-5-15,-1.000 2.000 2 0,-1.000 0.000 19 16,2.000 2.000 4-16,2.000 2.000-14 0,4.000-1.000-31 16,3.000 1.000 10-16,2.000 0.000-31 0,0.000 0.000 10 15,-2.000-3.000-10-15,-1.000 2.000-1 0,-5.000-1.000 0 16,1.000 2.000 0-16,-3.000-4.000 0 0,-4.000 3.000-1 15,1.000-4.000-55-15,-3.000 3.000-4 0,-4.000-3.000-124 16,-5.000 1.000-188-16,-6.000 3.000-307 0,-11.000 0.000-1042 0</inkml:trace>
  <inkml:trace contextRef="#ctx0" brushRef="#br0">7881.000 5959.000 101 0,'0.000'0.000'388'0,"0.000"0.000"-29"0,0.000 0.000-73 15,0.000 0.000-64-15,0.000 0.000-79 0,95.000-42.000-26 16,-72.000 33.000 4-16,-4.000 0.000-14 0,3.000 2.000-3 15,-2.000 1.000 0-15,-3.000 1.000 9 0,-3.000 1.000 46 16,0.000 0.000-40-16,-3.000 3.000-6 0,-4.000-1.000-45 16,-1.000 2.000 3-16,-3.000 0.000 6 0,0.000 0.000-9 15,0.000 0.000-4-15,-2.000 0.000-6 0,-1.000 0.000-19 0,0.000 0.000-14 16,2.000 0.000-22-16,1.000 0.000 13 0,4.000 0.000 7 16,1.000 3.000-4-16,1.000-1.000-18 0,7.000 2.000 2 0,1.000 2.000 20 15,3.000-1.000-21-15,3.000-3.000 0 0,3.000-1.000 1 16,3.000-1.000 20-16,2.000 0.000-7 0,4.000 0.000 9 15,0.000-3.000-12-15,4.000-6.000 7 0,0.000-2.000-20 16,1.000-2.000-1-16,2.000-2.000 1 0,-3.000 0.000 1 16,0.000-2.000 15-16,1.000 2.000-15 0,-4.000-1.000-1 15,-3.000 2.000-6-15,-2.000 3.000 3 0,-4.000 4.000 1 16,0.000 2.000-1-16,-4.000 4.000 2 0,-1.000-1.000 0 16,0.000 2.000-12-16,-1.000 0.000 12 0,1.000 4.000 1 15,1.000 3.000 13-15,0.000 3.000-12 0,3.000 0.000 1 16,-3.000 2.000 9-16,3.000 1.000-11 0,0.000-2.000 0 15,0.000 3.000 0-15,1.000-3.000 13 0,2.000 0.000-12 0,1.000-3.000 12 16,2.000 2.000 12-16,3.000-3.000-9 0,1.000-4.000-16 16,0.000 0.000 16-16,1.000-3.000-15 0,0.000 0.000-1 15,0.000-3.000 0-15,-1.000-6.000 2 0,-2.000 0.000-2 16,-1.000-2.000 22-16,2.000-2.000-22 0,-2.000-2.000-20 16,-1.000-1.000-27-16,1.000-2.000-113 0,-11.000 5.000-206 0,1.000-6.000-605 15</inkml:trace>
  <inkml:trace contextRef="#ctx0" brushRef="#br0">19802.000 8639.000 627 0,'0.000'0.000'346'0,"0.000"0.000"-154"16,0.000 0.000-114-16,0.000 0.000-62 0,0.000 0.000 23 15,0.000 0.000 23-15,0.000 0.000 0 0,0.000 0.000 491 16,0.000 0.000-287-16,-5.000 19.000-221 0,5.000-19.000-45 15,0.000 0.000 0-15,0.000 0.000 19 0,0.000 0.000 95 16,0.000 0.000-21-16,0.000 0.000-44 0,0.000 0.000-30 0,0.000 0.000 13 16,0.000 0.000-12-16,0.000 0.000 12 0,0.000 2.000-3 15,0.000-1.000-6-15,-3.000 2.000-4 0,-2.000 2.000 20 16,-2.000 1.000 2-16,0.000 1.000 14 0,1.000 0.000 19 16,-1.000 4.000-7-16,-1.000-3.000 4 0,0.000 3.000-14 15,-2.000 2.000-15-15,1.000 2.000 6 0,-3.000 1.000-7 0,1.000 4.000 14 16,-3.000 1.000-27-16,2.000 2.000-9 0,2.000 1.000 16 15,-2.000 4.000-9-15,3.000-1.000-7 0,1.000 0.000 13 16,3.000 1.000-29-16,-1.000 1.000 25 0,5.000 2.000 1 16,1.000 4.000-13-16,0.000 1.000 9 0,0.000-1.000-23 15,4.000 1.000 30-15,7.000-1.000-30 0,0.000-2.000 29 16,4.000 2.000-30-16,4.000-4.000 20 0,3.000 0.000-18 16,4.000-3.000-1-16,2.000-3.000 11 0,3.000-3.000-13 15,3.000-4.000 0-15,2.000-6.000 0 0,3.000-3.000 22 16,1.000-4.000 0-16,1.000-3.000 19 0,-1.000-2.000-13 15,3.000-3.000-6-15,-1.000-7.000 7 0,0.000-4.000 18 0,3.000 2.000-6 16,-3.000-8.000 2-16,1.000-2.000-11 0,-1.000-3.000-17 16,0.000-3.000 1-16,-2.000-2.000-2 0,-1.000-2.000-13 15,-2.000-3.000 2-15,-1.000-2.000 12 0,-2.000 0.000-12 16,-6.000-3.000 18-16,-3.000 3.000-8 0,-5.000-3.000-10 16,-9.000 5.000 47-16,-5.000 1.000 6 0,-6.000 3.000 37 0,-6.000 3.000 106 15,-14.000 4.000-2-15,-11.000 0.000-37 0,-13.000 6.000-69 16,-16.000 2.000-45-16,-11.000 6.000-27 0,-15.000 6.000-17 15,-8.000 4.000 44-15,-7.000 0.000-16 0,-3.000 7.000 19 16,6.000 4.000-31-16,9.000-5.000 0 0,15.000 0.000 5 16,12.000-2.000-23-16,14.000-2.000-67 0,11.000-1.000-114 15,7.000 2.000-162-15,12.000-1.000-324 0,-4.000 3.000-731 0</inkml:trace>
  <inkml:trace contextRef="#ctx0" brushRef="#br0">11378.000 8635.000 1276 0,'0.000'0.000'16'0,"0.000"0.000"728"16,0.000 0.000-442-16,0.000 0.000-183 0,0.000 0.000 14 16,0.000 0.000 41-16,0.000 0.000 16 0,-77.000-11.000-17 0,68.000 9.000-52 15,-1.000 1.000-35-15,2.000-1.000-22 0,0.000 0.000-4 16,-3.000 1.000 7-16,2.000 0.000 6 0,-1.000-1.000-7 15,-3.000 2.000-15-15,2.000 0.000-7 0,-2.000 0.000-16 16,-3.000 2.000 16-16,3.000 2.000-3 0,-4.000 1.000-20 16,1.000 1.000-21-16,-3.000 3.000-3 0,0.000 0.000-15 0,3.000 3.000 18 15,-4.000 2.000 2-15,1.000 0.000-1 0,1.000 2.000-2 16,-4.000 2.000 1-16,3.000 2.000-18 0,1.000-1.000 14 16,0.000 2.000 4-16,1.000 1.000 2 0,0.000 1.000 14 15,2.000 1.000-16-15,1.000 2.000 0 0,3.000 3.000-3 16,0.000-1.000 0-16,4.000 2.000-10 0,2.000 1.000 10 15,3.000 6.000 6-15,2.000-1.000 23 0,0.000 2.000 33 16,10.000 1.000-59-16,2.000-2.000-12 0,6.000-1.000 12 16,6.000 1.000 18-16,4.000-4.000 26 0,6.000-1.000-28 15,6.000-2.000-14-15,3.000-2.000 17 0,4.000-3.000 3 0,6.000-6.000 13 16,3.000-1.000-16-16,6.000-8.000 15 0,3.000-3.000-18 16,2.000-6.000-4-16,5.000-1.000-12 0,0.000-12.000-1 15,-2.000-5.000-2-15,-2.000-7.000-12 0,-3.000-6.000 13 16,-11.000-3.000 1-16,-4.000-6.000-18 0,-11.000 0.000 13 15,-7.000-6.000 6-15,-6.000 1.000 25 0,-9.000-4.000 21 0,-7.000-4.000 10 16,-8.000-2.000-12-16,-2.000-2.000 27 0,-13.000-5.000 16 16,-9.000-3.000 9-16,-4.000 2.000-6 0,-7.000 2.000-4 15,-2.000 5.000-6-15,-4.000 7.000 45 0,-7.000 8.000 16 16,-3.000 9.000-13-16,-10.000 12.000-58 0,-9.000 8.000-70 16,-11.000 11.000-15-16,-12.000 14.000-31 0,-11.000 20.000-15 15,-7.000 15.000 22-15,-5.000 16.000-28 0,1.000 12.000-56 16,8.000 3.000-6-16,9.000 3.000-71 0,12.000-4.000-116 15,8.000-2.000-148-15,21.000-20.000-567 0,-30.000 19.000-1699 0</inkml:trace>
  <inkml:trace contextRef="#ctx0" brushRef="#br0">15870.000 14664.000 1938 0,'0.000'0.000'247'16,"0.000"0.000"-196"-16,0.000 0.000-51 0,0.000 0.000 13 15,0.000 0.000 29-15,0.000 0.000-3 0,0.000 0.000 10 16,0.000 0.000-17-16,0.000 0.000 230 0,0.000-1.000-169 0,1.000 1.000-73 16,-1.000 0.000-20-16,0.000 0.000 0 0,0.000 0.000 49 15,0.000 0.000 18-15,0.000 0.000-3 0,0.000 0.000-12 16,2.000 0.000-14-16,-2.000 0.000 1 0,0.000 0.000-4 15,0.000 0.000-3-15,1.000 0.000-13 0,3.000 1.000 0 16,0.000 1.000 13-16,1.000 1.000 29 0,4.000 1.000 2 16,1.000 2.000 20-16,2.000-1.000-7 0,3.000 1.000-19 0,2.000 1.000-28 15,-1.000 0.000-10-15,1.000-2.000 25 0,3.000 2.000-28 16,-5.000 0.000-15-16,4.000 0.000 17 0,-5.000-3.000-17 16,3.000 1.000-1-16,-1.000-1.000 3 0,0.000-2.000 15 15,-1.000 1.000-18-15,2.000-3.000 0 0,0.000 2.000-2 16,0.000-2.000-10-16,-1.000 0.000 12 0,3.000-5.000 14 15,0.000 0.000-12-15,-2.000-2.000 18 0,2.000-3.000-1 16,0.000 1.000-7-16,-1.000-3.000-11 0,-1.000 0.000-1 16,1.000 1.000 0-16,-2.000-2.000 0 0,-2.000 4.000-1 15,0.000 0.000 1-15,-2.000 1.000 1 0,-2.000 1.000 2 0,0.000 2.000 9 16,0.000 0.000 14-16,-1.000 1.000 8 16,1.000 3.000 10-16,-1.000-2.000 13 0,-1.000 3.000-26 0,-2.000 0.000-9 15,4.000 0.000 9-15,-3.000 0.000 30 0,2.000 0.000-5 16,2.000 1.000-15-16,-2.000 2.000-13 0,1.000-1.000-3 15,3.000 4.000-7-15,-1.000-2.000-17 0,1.000 1.000 15 0,1.000 0.000-14 16,1.000 2.000 0-16,2.000-1.000 38 0,0.000-1.000 10 16,0.000 2.000-34-16,3.000-2.000-15 0,-3.000 0.000-1 15,3.000-1.000 0-15,-1.000 0.000-2 0,-1.000-2.000 0 16,2.000-1.000 1-16,-2.000 1.000 0 0,0.000-2.000-1 16,0.000 1.000 1-16,-1.000-1.000 0 0,-2.000 0.000-22 15,0.000 0.000 21-15,-2.000 0.000-18 0,1.000-3.000-14 16,-2.000 2.000 21-16,1.000-4.000 11 0,-1.000 0.000-13 15,-1.000 0.000 15-15,1.000 0.000 12 0,-1.000-3.000 4 16,3.000 0.000-13-16,-3.000-1.000 9 0,0.000 4.000-9 0,1.000-3.000-3 16,-4.000 6.000-2-16,0.000-1.000 1 15,-2.000 1.000-11-15,-1.000 2.000 12 0,-1.000 0.000 15 0,-1.000 0.000-12 16,0.000 0.000-1-16,3.000 6.000 33 0,1.000 0.000 36 16,3.000 4.000 12-16,2.000 1.000-12 0,0.000 1.000-24 15,0.000-1.000-32-15,1.000 1.000-15 0,2.000-3.000-3 0,-1.000-3.000 3 16,3.000-1.000-12-16,1.000-2.000 10 0,0.000-1.000-29 15,2.000-2.000 9-15,1.000 0.000 4 0,0.000-6.000 15 16,2.000 0.000 3-16,-2.000-1.000 0 0,0.000-1.000-36 16,1.000 1.000 20-16,-2.000-1.000-2 0,2.000 0.000 18 15,-1.000-1.000 2-15,0.000 2.000-1 0,0.000-2.000 0 16,1.000 1.000-1-16,-2.000 2.000 15 0,-3.000 0.000-14 16,0.000 1.000-1-16,-2.000 4.000-21 0,-1.000 0.000 21 15,-4.000 1.000 1-15,3.000 0.000 11 0,-1.000 0.000-9 16,-1.000 0.000 37-16,1.000 0.000 6 0,1.000 0.000-27 0,-1.000 0.000-16 15,2.000 1.000 16-15,0.000 0.000-18 0,0.000 1.000 14 16,4.000 1.000 56-16,2.000-2.000 39 0,2.000 0.000-30 16,2.000-1.000-40-16,-1.000 0.000-3 0,2.000 0.000 21 15,-2.000-1.000-37-15,-3.000-4.000-6 0,2.000 0.000-15 16,-4.000-3.000-16-16,0.000 0.000-33 0,0.000-3.000-82 0,-2.000-4.000-84 16,-3.000-3.000-203-16,-6.000 1.000-718 0,-7.000-15.000-1536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6.png"/><Relationship Id="rId3" Type="http://schemas.openxmlformats.org/officeDocument/2006/relationships/customXml" Target="../ink/ink1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customXml" Target="../ink/ink2.xml"/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6.png"/><Relationship Id="rId7" Type="http://schemas.openxmlformats.org/officeDocument/2006/relationships/customXml" Target="../ink/ink4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4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3.e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9.png"/><Relationship Id="rId3" Type="http://schemas.openxmlformats.org/officeDocument/2006/relationships/customXml" Target="../ink/ink5.xml"/><Relationship Id="rId2" Type="http://schemas.openxmlformats.org/officeDocument/2006/relationships/image" Target="../media/image18.emf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1.png"/><Relationship Id="rId2" Type="http://schemas.openxmlformats.org/officeDocument/2006/relationships/customXml" Target="../ink/ink6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4.png"/><Relationship Id="rId3" Type="http://schemas.openxmlformats.org/officeDocument/2006/relationships/customXml" Target="../ink/ink7.xml"/><Relationship Id="rId2" Type="http://schemas.openxmlformats.org/officeDocument/2006/relationships/image" Target="../media/image23.e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1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5.emf"/><Relationship Id="rId1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8.emf"/><Relationship Id="rId1" Type="http://schemas.openxmlformats.org/officeDocument/2006/relationships/oleObject" Target="../embeddings/oleObject1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41850"/>
            <a:chOff x="0" y="2654"/>
            <a:chExt cx="19200" cy="7310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10"/>
              <a:chOff x="208" y="1601460"/>
              <a:chExt cx="12191793" cy="4641720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  <a:endParaRPr lang="zh-CN" altLang="en-US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5401330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 Network</a:t>
                </a:r>
                <a:endParaRPr lang="en-US" altLang="zh-CN" sz="4000" b="1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LilyUPC" panose="020B0604020202020204" pitchFamily="34" charset="-34"/>
                  <a:sym typeface="微软雅黑" panose="020B0503020204020204" pitchFamily="34" charset="-122"/>
                </a:endParaRP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692249" cy="338774"/>
                <a:chOff x="275" y="0"/>
                <a:chExt cx="739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60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授课人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44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2025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24</a:t>
                  </a:r>
                  <a:r>
                    <a:rPr lang="zh-CN" altLang="en-US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373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b="1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  <a:endParaRPr lang="en-US" altLang="zh-CN" sz="1400" b="1" spc="2500" noProof="1"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33254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回顾-TCP协议的特点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31950" y="1262063"/>
          <a:ext cx="9232900" cy="4876800"/>
        </p:xfrm>
        <a:graphic>
          <a:graphicData uri="http://schemas.openxmlformats.org/drawingml/2006/table">
            <a:tbl>
              <a:tblPr/>
              <a:tblGrid>
                <a:gridCol w="1863090"/>
                <a:gridCol w="3827145"/>
                <a:gridCol w="3542665"/>
              </a:tblGrid>
              <a:tr h="367665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表5-3  TCP与UDP协议比较</a:t>
                      </a:r>
                      <a:endParaRPr lang="zh-CN" sz="1800" b="1" kern="100" dirty="0">
                        <a:solidFill>
                          <a:schemeClr val="bg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A91F24"/>
                    </a:solidFill>
                  </a:tcPr>
                </a:tc>
                <a:tc hMerge="1">
                  <a:tcP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特征</a:t>
                      </a:r>
                      <a:r>
                        <a:rPr lang="en-US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r>
                        <a:rPr lang="zh-CN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描述</a:t>
                      </a:r>
                      <a:endParaRPr lang="zh-CN" sz="1500" b="1" kern="100" dirty="0">
                        <a:solidFill>
                          <a:schemeClr val="tx2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TCP</a:t>
                      </a:r>
                      <a:endParaRPr lang="en-US" sz="1500" b="1" kern="100" dirty="0">
                        <a:solidFill>
                          <a:schemeClr val="tx2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b="1" kern="100" dirty="0">
                          <a:solidFill>
                            <a:schemeClr val="tx2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UDP</a:t>
                      </a:r>
                      <a:endParaRPr lang="en-US" sz="1500" b="1" kern="100" dirty="0">
                        <a:solidFill>
                          <a:schemeClr val="tx2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  <a:lumOff val="25000"/>
                      </a:schemeClr>
                    </a:solidFill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一般描述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允许应用程序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可靠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地发送数据，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功能齐全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简单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高速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只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负责将应用层与网络层衔接起来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面向连接与无连接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无连接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，在TPDU传输之前不需要建立UDP连接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32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与应用层的数据接口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基于报文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，应用层需要将数据分成包来传送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451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可靠性与确认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不可靠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，不需要对传输的数据确认，尽力而为地交付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重传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不负责检查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是否丢失数据和重传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开销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低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，但高于UDP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很低</a:t>
                      </a:r>
                      <a:endParaRPr lang="zh-CN" sz="16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传输速率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高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，但低于UDP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zh-CN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很高</a:t>
                      </a:r>
                      <a:endParaRPr lang="zh-CN" sz="16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适用的数据量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从少量到几个GB的数据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从少量到几百个字节的数据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451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适用的应用类型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对数据传输可靠性要求较高的应用，例如文件与报文传输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发送数量比较少，对数据传输可靠性要求低的应用，例如IP电话、视频会议、多播与广播</a:t>
                      </a:r>
                      <a:endParaRPr lang="zh-CN" sz="16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491345" y="2475345"/>
            <a:ext cx="382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面向连接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，在TPDU传输之前需要建立TCP连接</a:t>
            </a:r>
            <a:endParaRPr lang="zh-CN" altLang="zh-CN" sz="16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91345" y="3060120"/>
            <a:ext cx="3823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基于字节流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，应用层不需要规定特点的数据格式</a:t>
            </a:r>
            <a:endParaRPr lang="zh-CN" altLang="zh-CN" sz="16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91345" y="3706508"/>
            <a:ext cx="3823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可靠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报文传输，对所有的数据均要确认</a:t>
            </a:r>
            <a:endParaRPr lang="zh-CN" altLang="zh-CN" sz="16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91345" y="4137891"/>
            <a:ext cx="3823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自动重传</a:t>
            </a:r>
            <a:r>
              <a:rPr lang="zh-CN" altLang="zh-CN" sz="16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丢失的数据</a:t>
            </a:r>
            <a:endParaRPr lang="zh-CN" altLang="zh-CN" sz="16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9698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回顾-TCP通信过程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0014" y="1279460"/>
            <a:ext cx="4790762" cy="497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数据双向传输阶段</a:t>
            </a:r>
            <a:endParaRPr lang="zh-CN" altLang="en-US" sz="19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endParaRPr lang="zh-CN" altLang="en-US" sz="1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以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中的多个报文段为单位的双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向传输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应用进程将数据以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字节流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发送，无需考虑发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送数据字节长度，由TCP负责将字节流分段  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打包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借助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，实现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按序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的，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无差错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不丢</a:t>
            </a:r>
            <a:endParaRPr lang="zh-CN" altLang="en-US" sz="17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 失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不重复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传送字节流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sz="17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提供差错控制功能，保证正确接收字节流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   （通过差错检测、确认、</a:t>
            </a:r>
            <a:r>
              <a:rPr lang="zh-CN" altLang="en-US" sz="17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重传</a:t>
            </a:r>
            <a:r>
              <a:rPr lang="zh-CN" altLang="en-US" sz="17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实现）</a:t>
            </a:r>
            <a:endParaRPr lang="zh-CN" altLang="en-US" sz="17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7893" name="Object 2"/>
          <p:cNvGraphicFramePr>
            <a:graphicFrameLocks noChangeAspect="1"/>
          </p:cNvGraphicFramePr>
          <p:nvPr/>
        </p:nvGraphicFramePr>
        <p:xfrm>
          <a:off x="7368064" y="641826"/>
          <a:ext cx="3648710" cy="609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634230" imgH="7730490" progId="Visio.Drawing.11">
                  <p:embed/>
                </p:oleObj>
              </mc:Choice>
              <mc:Fallback>
                <p:oleObj name="" r:id="rId1" imgW="4634230" imgH="773049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68064" y="641826"/>
                        <a:ext cx="3648710" cy="6091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4682170" y="2564130"/>
            <a:ext cx="6202366" cy="1159510"/>
            <a:chOff x="7319" y="4188"/>
            <a:chExt cx="9417" cy="1826"/>
          </a:xfrm>
        </p:grpSpPr>
        <p:sp>
          <p:nvSpPr>
            <p:cNvPr id="13" name="矩形 12"/>
            <p:cNvSpPr/>
            <p:nvPr/>
          </p:nvSpPr>
          <p:spPr>
            <a:xfrm>
              <a:off x="11072" y="4440"/>
              <a:ext cx="5664" cy="1574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7319" y="4188"/>
              <a:ext cx="3784" cy="778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10072080" y="1622520"/>
              <a:ext cx="1061280" cy="36396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10072080" y="1622520"/>
                <a:ext cx="1061280" cy="363960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TCP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4995" y="1574165"/>
            <a:ext cx="5731510" cy="479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2个缓存、2个窗口</a:t>
            </a:r>
            <a:r>
              <a:rPr lang="zh-CN" altLang="en-US" sz="19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（控制字节流传输过程）</a:t>
            </a:r>
            <a:endParaRPr lang="zh-CN" altLang="en-US" sz="1900" b="1" dirty="0">
              <a:solidFill>
                <a:srgbClr val="A91F2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0425" y="2070735"/>
            <a:ext cx="589788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发送方缓存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：用于存储准备发送的数据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发送窗口：窗口值不为0，可以发送报文段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接收方缓存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：将正确接收的字节流写入缓存，等待接收读取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接收窗口：窗口值等于接收缓存可以接收的字节流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44240" y="3639184"/>
            <a:ext cx="5570374" cy="803925"/>
            <a:chOff x="585582" y="3784600"/>
            <a:chExt cx="4669464" cy="775144"/>
          </a:xfrm>
        </p:grpSpPr>
        <p:sp>
          <p:nvSpPr>
            <p:cNvPr id="28" name="í$1ïdê"/>
            <p:cNvSpPr/>
            <p:nvPr/>
          </p:nvSpPr>
          <p:spPr bwMode="auto">
            <a:xfrm>
              <a:off x="585582" y="3784600"/>
              <a:ext cx="4669464" cy="775144"/>
            </a:xfrm>
            <a:custGeom>
              <a:avLst/>
              <a:gdLst>
                <a:gd name="T0" fmla="*/ 559 w 1046"/>
                <a:gd name="T1" fmla="*/ 39 h 650"/>
                <a:gd name="T2" fmla="*/ 523 w 1046"/>
                <a:gd name="T3" fmla="*/ 0 h 650"/>
                <a:gd name="T4" fmla="*/ 487 w 1046"/>
                <a:gd name="T5" fmla="*/ 39 h 650"/>
                <a:gd name="T6" fmla="*/ 0 w 1046"/>
                <a:gd name="T7" fmla="*/ 39 h 650"/>
                <a:gd name="T8" fmla="*/ 0 w 1046"/>
                <a:gd name="T9" fmla="*/ 650 h 650"/>
                <a:gd name="T10" fmla="*/ 523 w 1046"/>
                <a:gd name="T11" fmla="*/ 609 h 650"/>
                <a:gd name="T12" fmla="*/ 1046 w 1046"/>
                <a:gd name="T13" fmla="*/ 650 h 650"/>
                <a:gd name="T14" fmla="*/ 1046 w 1046"/>
                <a:gd name="T15" fmla="*/ 39 h 650"/>
                <a:gd name="T16" fmla="*/ 559 w 1046"/>
                <a:gd name="T17" fmla="*/ 39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6" h="650">
                  <a:moveTo>
                    <a:pt x="559" y="39"/>
                  </a:moveTo>
                  <a:cubicBezTo>
                    <a:pt x="523" y="0"/>
                    <a:pt x="523" y="0"/>
                    <a:pt x="523" y="0"/>
                  </a:cubicBezTo>
                  <a:cubicBezTo>
                    <a:pt x="487" y="39"/>
                    <a:pt x="487" y="39"/>
                    <a:pt x="48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142" y="625"/>
                    <a:pt x="324" y="609"/>
                    <a:pt x="523" y="609"/>
                  </a:cubicBezTo>
                  <a:cubicBezTo>
                    <a:pt x="722" y="609"/>
                    <a:pt x="904" y="625"/>
                    <a:pt x="1046" y="650"/>
                  </a:cubicBezTo>
                  <a:cubicBezTo>
                    <a:pt x="1046" y="39"/>
                    <a:pt x="1046" y="39"/>
                    <a:pt x="1046" y="39"/>
                  </a:cubicBezTo>
                  <a:lnTo>
                    <a:pt x="559" y="39"/>
                  </a:lnTo>
                  <a:close/>
                </a:path>
              </a:pathLst>
            </a:custGeom>
            <a:noFill/>
            <a:ln w="12700" cap="flat" cmpd="sng" algn="ctr">
              <a:solidFill>
                <a:srgbClr val="A91F24"/>
              </a:solidFill>
              <a:prstDash val="solid"/>
              <a:miter lim="800000"/>
            </a:ln>
            <a:effectLst>
              <a:outerShdw sx="103000" sy="103000" algn="ctr" rotWithShape="0">
                <a:prstClr val="black">
                  <a:alpha val="8000"/>
                </a:prstClr>
              </a:outerShdw>
            </a:effectLst>
          </p:spPr>
          <p:txBody>
            <a:bodyPr wrap="square" lIns="121920" tIns="60960" rIns="121920" bIns="60960" rtlCol="0" anchor="ctr">
              <a:normAutofit/>
            </a:bodyPr>
            <a:lstStyle/>
            <a:p>
              <a:pPr algn="ctr" defTabSz="1219200">
                <a:defRPr/>
              </a:pPr>
              <a:endParaRPr lang="en-US" sz="1865" kern="0" spc="40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26745" y="3890644"/>
              <a:ext cx="4628301" cy="646331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R="0" algn="l" defTabSz="914400">
                <a:buClrTx/>
                <a:buSzTx/>
                <a:buFontTx/>
                <a:defRPr/>
              </a:pPr>
              <a:r>
                <a:rPr lang="zh-CN" altLang="en-US" b="1" noProof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在一个通信进程中，发送方是否只有发送窗口和相应缓存，而没有接收窗口和相应缓存？为什么？</a:t>
              </a:r>
              <a:endParaRPr lang="zh-CN" altLang="en-US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aphicFrame>
        <p:nvGraphicFramePr>
          <p:cNvPr id="17413" name="Object 1"/>
          <p:cNvGraphicFramePr>
            <a:graphicFrameLocks noChangeAspect="1"/>
          </p:cNvGraphicFramePr>
          <p:nvPr/>
        </p:nvGraphicFramePr>
        <p:xfrm>
          <a:off x="6996430" y="915035"/>
          <a:ext cx="4268470" cy="472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6896100" imgH="7010400" progId="Visio.Drawing.11">
                  <p:embed/>
                </p:oleObj>
              </mc:Choice>
              <mc:Fallback>
                <p:oleObj name="" r:id="rId1" imgW="6896100" imgH="70104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96430" y="915035"/>
                        <a:ext cx="4268470" cy="472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94995" y="5085523"/>
            <a:ext cx="626364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8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字节流</a:t>
            </a: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分段</a:t>
            </a:r>
            <a:r>
              <a:rPr lang="zh-CN" altLang="en-US" sz="18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，按</a:t>
            </a: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段</a:t>
            </a:r>
            <a:r>
              <a:rPr lang="zh-CN" altLang="en-US" sz="185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（序号）传输，捎带确认（确认号）</a:t>
            </a:r>
            <a:endParaRPr lang="zh-CN" altLang="en-US" sz="185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60425" y="5556693"/>
            <a:ext cx="58978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通过滑动窗口跟踪、记录发送状态，实现差错控制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583680" y="3350895"/>
            <a:ext cx="2089785" cy="1808480"/>
            <a:chOff x="10368" y="5277"/>
            <a:chExt cx="3291" cy="2848"/>
          </a:xfrm>
        </p:grpSpPr>
        <p:cxnSp>
          <p:nvCxnSpPr>
            <p:cNvPr id="7" name="直接箭头连接符 6"/>
            <p:cNvCxnSpPr/>
            <p:nvPr/>
          </p:nvCxnSpPr>
          <p:spPr>
            <a:xfrm flipH="1">
              <a:off x="10368" y="5896"/>
              <a:ext cx="2610" cy="2229"/>
            </a:xfrm>
            <a:prstGeom prst="straightConnector1">
              <a:avLst/>
            </a:prstGeom>
            <a:ln w="19050">
              <a:solidFill>
                <a:srgbClr val="DC111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/>
          </p:nvSpPr>
          <p:spPr>
            <a:xfrm>
              <a:off x="12979" y="5277"/>
              <a:ext cx="680" cy="6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14" y="3611450"/>
            <a:ext cx="803291" cy="8032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2" name="墨迹 11"/>
              <p14:cNvContentPartPr/>
              <p14:nvPr/>
            </p14:nvContentPartPr>
            <p14:xfrm>
              <a:off x="1600920" y="1070280"/>
              <a:ext cx="8566920" cy="486828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5"/>
            </p:blipFill>
            <p:spPr>
              <a:xfrm>
                <a:off x="1600920" y="1070280"/>
                <a:ext cx="8566920" cy="486828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8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844040" y="1717040"/>
            <a:ext cx="8642350" cy="4608195"/>
            <a:chOff x="2904" y="2704"/>
            <a:chExt cx="13610" cy="7257"/>
          </a:xfrm>
        </p:grpSpPr>
        <p:graphicFrame>
          <p:nvGraphicFramePr>
            <p:cNvPr id="19461" name="Object 3"/>
            <p:cNvGraphicFramePr>
              <a:graphicFrameLocks noChangeAspect="1"/>
            </p:cNvGraphicFramePr>
            <p:nvPr/>
          </p:nvGraphicFramePr>
          <p:xfrm>
            <a:off x="2904" y="2704"/>
            <a:ext cx="13610" cy="3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1772900" imgH="2768600" progId="Visio.Drawing.11">
                    <p:embed/>
                  </p:oleObj>
                </mc:Choice>
                <mc:Fallback>
                  <p:oleObj name="" r:id="rId1" imgW="11772900" imgH="2768600" progId="Visio.Drawing.11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904" y="2704"/>
                          <a:ext cx="13610" cy="31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2" name="Object 5"/>
            <p:cNvGraphicFramePr>
              <a:graphicFrameLocks noChangeAspect="1"/>
            </p:cNvGraphicFramePr>
            <p:nvPr/>
          </p:nvGraphicFramePr>
          <p:xfrm>
            <a:off x="3019" y="5767"/>
            <a:ext cx="13298" cy="4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1950700" imgH="3797300" progId="Visio.Drawing.11">
                    <p:embed/>
                  </p:oleObj>
                </mc:Choice>
                <mc:Fallback>
                  <p:oleObj name="" r:id="rId3" imgW="11950700" imgH="3797300" progId="Visio.Drawing.11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19" y="5767"/>
                          <a:ext cx="13298" cy="41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加号 15"/>
            <p:cNvSpPr/>
            <p:nvPr/>
          </p:nvSpPr>
          <p:spPr>
            <a:xfrm>
              <a:off x="8307" y="6212"/>
              <a:ext cx="1360" cy="568"/>
            </a:xfrm>
            <a:prstGeom prst="mathPlu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4" name="矩形 3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endParaRPr lang="zh-CN" altLang="en-US" sz="2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900478" y="2215515"/>
            <a:ext cx="1512888" cy="576263"/>
          </a:xfrm>
          <a:prstGeom prst="roundRect">
            <a:avLst/>
          </a:prstGeom>
          <a:noFill/>
          <a:ln w="25400">
            <a:solidFill>
              <a:srgbClr val="AF06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107565" y="2210753"/>
            <a:ext cx="1370013" cy="574675"/>
          </a:xfrm>
          <a:prstGeom prst="roundRect">
            <a:avLst/>
          </a:prstGeom>
          <a:noFill/>
          <a:ln w="25400">
            <a:solidFill>
              <a:srgbClr val="FF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23970" y="2220595"/>
            <a:ext cx="1512570" cy="1868170"/>
            <a:chOff x="6022" y="3497"/>
            <a:chExt cx="2382" cy="2942"/>
          </a:xfrm>
        </p:grpSpPr>
        <p:sp>
          <p:nvSpPr>
            <p:cNvPr id="12" name="圆角矩形 11"/>
            <p:cNvSpPr/>
            <p:nvPr/>
          </p:nvSpPr>
          <p:spPr>
            <a:xfrm>
              <a:off x="6022" y="3497"/>
              <a:ext cx="2383" cy="908"/>
            </a:xfrm>
            <a:prstGeom prst="roundRect">
              <a:avLst/>
            </a:prstGeom>
            <a:noFill/>
            <a:ln w="25400"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7212" y="4419"/>
              <a:ext cx="0" cy="2020"/>
            </a:xfrm>
            <a:prstGeom prst="straightConnector1">
              <a:avLst/>
            </a:prstGeom>
            <a:ln w="31750">
              <a:solidFill>
                <a:schemeClr val="accent1">
                  <a:lumMod val="5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6523990" y="2217420"/>
            <a:ext cx="1512570" cy="1858645"/>
            <a:chOff x="10274" y="3492"/>
            <a:chExt cx="2382" cy="2927"/>
          </a:xfrm>
        </p:grpSpPr>
        <p:sp>
          <p:nvSpPr>
            <p:cNvPr id="11" name="圆角矩形 10"/>
            <p:cNvSpPr/>
            <p:nvPr/>
          </p:nvSpPr>
          <p:spPr>
            <a:xfrm>
              <a:off x="10274" y="3492"/>
              <a:ext cx="2383" cy="908"/>
            </a:xfrm>
            <a:prstGeom prst="roundRect">
              <a:avLst/>
            </a:prstGeom>
            <a:noFill/>
            <a:ln w="254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11409" y="4399"/>
              <a:ext cx="0" cy="2020"/>
            </a:xfrm>
            <a:prstGeom prst="straightConnector1">
              <a:avLst/>
            </a:prstGeom>
            <a:ln w="31750">
              <a:solidFill>
                <a:schemeClr val="accent4">
                  <a:lumMod val="60000"/>
                  <a:lumOff val="40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圆角矩形 16"/>
          <p:cNvSpPr/>
          <p:nvPr/>
        </p:nvSpPr>
        <p:spPr>
          <a:xfrm>
            <a:off x="5382578" y="5528628"/>
            <a:ext cx="1511300" cy="576263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9706206" y="2806065"/>
            <a:ext cx="0" cy="1664335"/>
          </a:xfrm>
          <a:prstGeom prst="straightConnector1">
            <a:avLst/>
          </a:prstGeom>
          <a:ln w="31750">
            <a:solidFill>
              <a:srgbClr val="C00000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765079" y="2785428"/>
            <a:ext cx="0" cy="1664335"/>
          </a:xfrm>
          <a:prstGeom prst="straightConnector1">
            <a:avLst/>
          </a:prstGeom>
          <a:noFill/>
          <a:ln w="25400">
            <a:solidFill>
              <a:srgbClr val="FF99FF"/>
            </a:solidFill>
            <a:prstDash val="dash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墨迹 5"/>
              <p14:cNvContentPartPr/>
              <p14:nvPr/>
            </p14:nvContentPartPr>
            <p14:xfrm>
              <a:off x="1817640" y="1993680"/>
              <a:ext cx="8207280" cy="404208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6"/>
            </p:blipFill>
            <p:spPr>
              <a:xfrm>
                <a:off x="1817640" y="1993680"/>
                <a:ext cx="8207280" cy="404208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3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endParaRPr lang="zh-CN" altLang="en-US" sz="2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1033454" y="2593839"/>
          <a:ext cx="8397875" cy="2665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Visio" r:id="rId1" imgW="11950700" imgH="3797300" progId="Visio.Drawing.11">
                  <p:embed/>
                </p:oleObj>
              </mc:Choice>
              <mc:Fallback>
                <p:oleObj name="Visio" r:id="rId1" imgW="11950700" imgH="379730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3454" y="2593839"/>
                        <a:ext cx="8397875" cy="2665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033454" y="4589179"/>
          <a:ext cx="772922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11950700" imgH="3797300" progId="Visio.Drawing.11">
                  <p:embed/>
                </p:oleObj>
              </mc:Choice>
              <mc:Fallback>
                <p:oleObj name="" r:id="rId3" imgW="11950700" imgH="3797300" progId="Visio.Drawing.11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3454" y="4589179"/>
                        <a:ext cx="7729220" cy="244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2673985" y="2545201"/>
            <a:ext cx="2052320" cy="1501775"/>
            <a:chOff x="5754" y="2762"/>
            <a:chExt cx="3232" cy="2365"/>
          </a:xfrm>
        </p:grpSpPr>
        <p:sp>
          <p:nvSpPr>
            <p:cNvPr id="5" name="矩形 4"/>
            <p:cNvSpPr/>
            <p:nvPr/>
          </p:nvSpPr>
          <p:spPr>
            <a:xfrm>
              <a:off x="5754" y="4334"/>
              <a:ext cx="3232" cy="793"/>
            </a:xfrm>
            <a:prstGeom prst="rect">
              <a:avLst/>
            </a:prstGeom>
            <a:solidFill>
              <a:srgbClr val="FF0000">
                <a:alpha val="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下箭头 5"/>
            <p:cNvSpPr/>
            <p:nvPr/>
          </p:nvSpPr>
          <p:spPr>
            <a:xfrm>
              <a:off x="7257" y="2762"/>
              <a:ext cx="202" cy="13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513" name="文本框 6"/>
          <p:cNvSpPr txBox="1"/>
          <p:nvPr/>
        </p:nvSpPr>
        <p:spPr>
          <a:xfrm>
            <a:off x="3092871" y="2729599"/>
            <a:ext cx="121454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发送出去了！</a:t>
            </a:r>
            <a:endParaRPr lang="zh-CN" altLang="en-US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514" name="文本框 11"/>
          <p:cNvSpPr txBox="1"/>
          <p:nvPr/>
        </p:nvSpPr>
        <p:spPr>
          <a:xfrm>
            <a:off x="2760671" y="4016354"/>
            <a:ext cx="1888447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已发送但未被确认</a:t>
            </a:r>
            <a:endParaRPr lang="zh-CN" altLang="en-US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7432558" y="4385728"/>
            <a:ext cx="215900" cy="9350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16" name="文本框 21"/>
          <p:cNvSpPr txBox="1"/>
          <p:nvPr/>
        </p:nvSpPr>
        <p:spPr>
          <a:xfrm>
            <a:off x="7540508" y="4589179"/>
            <a:ext cx="2408351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收到对6个字节的确认后</a:t>
            </a:r>
            <a:endParaRPr lang="zh-CN" altLang="en-US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1033454" y="1675766"/>
          <a:ext cx="8397875" cy="1031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Visio" r:id="rId5" imgW="9022080" imgH="1377950" progId="Visio.Drawing.11">
                  <p:embed/>
                </p:oleObj>
              </mc:Choice>
              <mc:Fallback>
                <p:oleObj name="Visio" r:id="rId5" imgW="9022080" imgH="1377950" progId="Visio.Drawing.11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3454" y="1675766"/>
                        <a:ext cx="8397875" cy="103141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左弧形 2"/>
          <p:cNvSpPr/>
          <p:nvPr/>
        </p:nvSpPr>
        <p:spPr>
          <a:xfrm>
            <a:off x="330506" y="1972019"/>
            <a:ext cx="579459" cy="193896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箭头: 左弧形 19"/>
          <p:cNvSpPr/>
          <p:nvPr/>
        </p:nvSpPr>
        <p:spPr>
          <a:xfrm>
            <a:off x="280966" y="3926386"/>
            <a:ext cx="579459" cy="193896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" name="墨迹 10"/>
              <p14:cNvContentPartPr/>
              <p14:nvPr/>
            </p14:nvContentPartPr>
            <p14:xfrm>
              <a:off x="755280" y="3120120"/>
              <a:ext cx="7198560" cy="309672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8"/>
            </p:blipFill>
            <p:spPr>
              <a:xfrm>
                <a:off x="755280" y="3120120"/>
                <a:ext cx="7198560" cy="309672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21513" grpId="0"/>
      <p:bldP spid="21514" grpId="0"/>
      <p:bldP spid="21516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-示例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804545" y="1633855"/>
            <a:ext cx="5420995" cy="131953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64565" y="1669415"/>
            <a:ext cx="50717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假定进程A与B建立了一个TCP连接，A向B发送了一个报文段，覆盖字节编号</a:t>
            </a:r>
            <a:r>
              <a:rPr lang="zh-CN" altLang="en-US" sz="1600" b="1" u="sng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[1,6]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。A 收到了 B 发来的ACK报文段，其中</a:t>
            </a:r>
            <a:r>
              <a:rPr lang="zh-CN" altLang="en-US" sz="1600" b="1" u="sng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确认号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u="sng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4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</a:t>
            </a:r>
            <a:r>
              <a:rPr lang="zh-CN" altLang="en-US" sz="16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窗口大小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6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字节。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113155" y="1044575"/>
            <a:ext cx="10584815" cy="5543550"/>
            <a:chOff x="1753" y="1645"/>
            <a:chExt cx="16669" cy="8730"/>
          </a:xfrm>
        </p:grpSpPr>
        <p:pic>
          <p:nvPicPr>
            <p:cNvPr id="14" name="图片 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53" y="4743"/>
              <a:ext cx="8785" cy="5632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9" name="组合 18"/>
            <p:cNvGrpSpPr/>
            <p:nvPr/>
          </p:nvGrpSpPr>
          <p:grpSpPr>
            <a:xfrm>
              <a:off x="10302" y="1645"/>
              <a:ext cx="8120" cy="3406"/>
              <a:chOff x="10302" y="1645"/>
              <a:chExt cx="8120" cy="3406"/>
            </a:xfrm>
          </p:grpSpPr>
          <p:pic>
            <p:nvPicPr>
              <p:cNvPr id="13" name="图片 3"/>
              <p:cNvPicPr>
                <a:picLocks noChangeAspect="1"/>
              </p:cNvPicPr>
              <p:nvPr/>
            </p:nvPicPr>
            <p:blipFill>
              <a:blip r:embed="rId2"/>
              <a:srcRect t="24968"/>
              <a:stretch>
                <a:fillRect/>
              </a:stretch>
            </p:blipFill>
            <p:spPr>
              <a:xfrm>
                <a:off x="10302" y="1645"/>
                <a:ext cx="8120" cy="340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14073" y="3202"/>
                <a:ext cx="3778" cy="4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R="0" algn="ctr" defTabSz="914400">
                  <a:buClrTx/>
                  <a:buSzTx/>
                  <a:buFontTx/>
                  <a:defRPr/>
                </a:pPr>
                <a:r>
                  <a:rPr kumimoji="0" lang="zh-CN" altLang="en-US" sz="1300" b="1" kern="1200" cap="none" spc="0" normalizeH="0" baseline="0" noProof="0" dirty="0">
                    <a:solidFill>
                      <a:srgbClr val="FF0000"/>
                    </a:solidFill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窗口大小</a:t>
                </a:r>
                <a:r>
                  <a:rPr kumimoji="0" lang="en-US" altLang="zh-CN" sz="1300" b="1" kern="1200" cap="none" spc="0" normalizeH="0" baseline="0" noProof="0" dirty="0">
                    <a:solidFill>
                      <a:srgbClr val="FF0000"/>
                    </a:solidFill>
                    <a:latin typeface="黑体" panose="02010609060101010101" charset="-122"/>
                    <a:ea typeface="黑体" panose="02010609060101010101" charset="-122"/>
                    <a:cs typeface="+mn-cs"/>
                  </a:rPr>
                  <a:t>=6</a:t>
                </a:r>
                <a:endParaRPr kumimoji="0" lang="zh-CN" altLang="en-US" sz="1300" b="1" kern="1200" cap="none" spc="0" normalizeH="0" baseline="0" noProof="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cs typeface="+mn-cs"/>
                </a:endParaRPr>
              </a:p>
            </p:txBody>
          </p:sp>
        </p:grpSp>
      </p:grpSp>
      <p:cxnSp>
        <p:nvCxnSpPr>
          <p:cNvPr id="50" name="肘形连接符 49"/>
          <p:cNvCxnSpPr/>
          <p:nvPr/>
        </p:nvCxnSpPr>
        <p:spPr>
          <a:xfrm rot="5400000" flipV="1">
            <a:off x="2958465" y="3659505"/>
            <a:ext cx="1965960" cy="231140"/>
          </a:xfrm>
          <a:prstGeom prst="bentConnector3">
            <a:avLst>
              <a:gd name="adj1" fmla="val 50032"/>
            </a:avLst>
          </a:prstGeom>
          <a:ln w="22225">
            <a:solidFill>
              <a:schemeClr val="accent6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828415" y="2357755"/>
            <a:ext cx="6297930" cy="885825"/>
            <a:chOff x="6029" y="3713"/>
            <a:chExt cx="9918" cy="1395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6029" y="5108"/>
              <a:ext cx="9918" cy="0"/>
            </a:xfrm>
            <a:prstGeom prst="line">
              <a:avLst/>
            </a:prstGeom>
            <a:ln w="222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15929" y="3713"/>
              <a:ext cx="0" cy="1380"/>
            </a:xfrm>
            <a:prstGeom prst="straightConnector1">
              <a:avLst/>
            </a:prstGeom>
            <a:ln w="21590">
              <a:solidFill>
                <a:schemeClr val="accent6">
                  <a:lumMod val="60000"/>
                  <a:lumOff val="4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2249805" y="2413000"/>
            <a:ext cx="902970" cy="928370"/>
            <a:chOff x="3543" y="3810"/>
            <a:chExt cx="1422" cy="1462"/>
          </a:xfrm>
        </p:grpSpPr>
        <p:cxnSp>
          <p:nvCxnSpPr>
            <p:cNvPr id="9" name="直接箭头连接符 8"/>
            <p:cNvCxnSpPr/>
            <p:nvPr/>
          </p:nvCxnSpPr>
          <p:spPr>
            <a:xfrm>
              <a:off x="3543" y="3810"/>
              <a:ext cx="0" cy="1463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3565" y="3819"/>
              <a:ext cx="14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肘形连接符 41"/>
          <p:cNvCxnSpPr/>
          <p:nvPr/>
        </p:nvCxnSpPr>
        <p:spPr>
          <a:xfrm rot="5400000">
            <a:off x="1631950" y="3413125"/>
            <a:ext cx="1881505" cy="638175"/>
          </a:xfrm>
          <a:prstGeom prst="bentConnector3">
            <a:avLst>
              <a:gd name="adj1" fmla="val 59466"/>
            </a:avLst>
          </a:prstGeom>
          <a:ln w="22225">
            <a:solidFill>
              <a:srgbClr val="AD7CD6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标注 14"/>
          <p:cNvSpPr/>
          <p:nvPr/>
        </p:nvSpPr>
        <p:spPr>
          <a:xfrm>
            <a:off x="6894195" y="3932555"/>
            <a:ext cx="3465830" cy="1169035"/>
          </a:xfrm>
          <a:prstGeom prst="wedgeRoundRectCallout">
            <a:avLst>
              <a:gd name="adj1" fmla="val -59731"/>
              <a:gd name="adj2" fmla="val 42669"/>
              <a:gd name="adj3" fmla="val 16667"/>
            </a:avLst>
          </a:prstGeom>
          <a:solidFill>
            <a:srgbClr val="FFFF00">
              <a:alpha val="33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发送方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A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还可以发送的字节长度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=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SND.UNA+SND.WND-SND.NXT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 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= 4+6-7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= 3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2113560" y="1821600"/>
              <a:ext cx="7342920" cy="471924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2113560" y="1821600"/>
                <a:ext cx="7342920" cy="471924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2" grpId="0" bldLvl="0" animBg="1"/>
      <p:bldP spid="21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-示例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880745" y="1759585"/>
            <a:ext cx="5420995" cy="131953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40765" y="1795145"/>
            <a:ext cx="50717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假定进程A与B建立了一个TCP连接，A向B发送了一个报文段，覆盖字节编号</a:t>
            </a:r>
            <a:r>
              <a:rPr lang="zh-CN" altLang="en-US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[1,6]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。A 收到了 B 发来的ACK报文段，其中</a:t>
            </a:r>
            <a:r>
              <a:rPr lang="zh-CN" altLang="en-US" sz="1600" b="1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确认号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dirty="0">
                <a:solidFill>
                  <a:srgbClr val="AD7CD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4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</a:t>
            </a:r>
            <a:r>
              <a:rPr lang="zh-CN" alt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窗口大小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</a:t>
            </a:r>
            <a:r>
              <a:rPr lang="zh-CN" alt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6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字节。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53440" y="3370580"/>
            <a:ext cx="5453380" cy="2385695"/>
            <a:chOff x="1224" y="5308"/>
            <a:chExt cx="8588" cy="3757"/>
          </a:xfrm>
        </p:grpSpPr>
        <p:pic>
          <p:nvPicPr>
            <p:cNvPr id="25607" name="图片 2"/>
            <p:cNvPicPr>
              <a:picLocks noChangeAspect="1"/>
            </p:cNvPicPr>
            <p:nvPr/>
          </p:nvPicPr>
          <p:blipFill>
            <a:blip r:embed="rId1"/>
            <a:srcRect r="1418"/>
            <a:stretch>
              <a:fillRect/>
            </a:stretch>
          </p:blipFill>
          <p:spPr>
            <a:xfrm>
              <a:off x="1224" y="6063"/>
              <a:ext cx="8588" cy="300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08" name="文本框 4"/>
            <p:cNvSpPr txBox="1"/>
            <p:nvPr/>
          </p:nvSpPr>
          <p:spPr>
            <a:xfrm>
              <a:off x="1267" y="5308"/>
              <a:ext cx="589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B的接收窗口的一种可能形式：</a:t>
              </a:r>
              <a:endParaRPr lang="zh-CN" altLang="en-US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7244715" y="1177925"/>
            <a:ext cx="3741420" cy="50965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期望接收的字节在范围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[4,9]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之内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4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）若收到的字节的序号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&lt;=3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，则是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重复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的数据，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丢弃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arenR"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）若收到的字节的序号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&gt;=10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，则是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的数据，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丢弃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arenR"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）只有当收到的字节序号距离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RCV.NXT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指针是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连续的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如收到序号为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4,5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的两个字节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，接收窗口才会向右滑动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RCV.NXT += 2)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TCP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SACK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选项，即可以对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[4,9]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非连续字节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进行选择确认。如收到序号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4,5,7,8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的四个字节，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ACK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报文段，其中确认号是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TCP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选项为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[7,8]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，表示序号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之间的字节被收到。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1684440" y="4496400"/>
              <a:ext cx="8308080" cy="1433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1684440" y="4496400"/>
                <a:ext cx="8308080" cy="143316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2" grpId="0" bldLvl="0" animBg="1"/>
      <p:bldP spid="21" grpId="0"/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83310" y="1997710"/>
            <a:ext cx="7799705" cy="1868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使用发送和接受缓冲区，以及滑动窗口机制控制TCP连接上的字节传输</a:t>
            </a:r>
            <a:endParaRPr kumimoji="0" lang="zh-CN" altLang="en-US" sz="1700" b="0" kern="1200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TCP滑动窗口面向字节流，可以起到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差错控制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流量控制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作用</a:t>
            </a:r>
            <a:endParaRPr kumimoji="0" lang="zh-CN" altLang="en-US" sz="1700" b="0" kern="1200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接收方可以在任何时候发送确认，窗口大小可由接收方根据需要增大或减少</a:t>
            </a:r>
            <a:endParaRPr kumimoji="0" lang="zh-CN" altLang="en-US" sz="1700" b="0" kern="1200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发送窗口值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不能超过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接收窗口值，发送方可以根据自身需要来决定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7655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41260" y="3861435"/>
            <a:ext cx="3865245" cy="2562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í$1ïdê"/>
          <p:cNvSpPr/>
          <p:nvPr/>
        </p:nvSpPr>
        <p:spPr bwMode="auto">
          <a:xfrm>
            <a:off x="1344295" y="4429760"/>
            <a:ext cx="5666740" cy="1416685"/>
          </a:xfrm>
          <a:custGeom>
            <a:avLst/>
            <a:gdLst>
              <a:gd name="T0" fmla="*/ 559 w 1046"/>
              <a:gd name="T1" fmla="*/ 39 h 650"/>
              <a:gd name="T2" fmla="*/ 523 w 1046"/>
              <a:gd name="T3" fmla="*/ 0 h 650"/>
              <a:gd name="T4" fmla="*/ 487 w 1046"/>
              <a:gd name="T5" fmla="*/ 39 h 650"/>
              <a:gd name="T6" fmla="*/ 0 w 1046"/>
              <a:gd name="T7" fmla="*/ 39 h 650"/>
              <a:gd name="T8" fmla="*/ 0 w 1046"/>
              <a:gd name="T9" fmla="*/ 650 h 650"/>
              <a:gd name="T10" fmla="*/ 523 w 1046"/>
              <a:gd name="T11" fmla="*/ 609 h 650"/>
              <a:gd name="T12" fmla="*/ 1046 w 1046"/>
              <a:gd name="T13" fmla="*/ 650 h 650"/>
              <a:gd name="T14" fmla="*/ 1046 w 1046"/>
              <a:gd name="T15" fmla="*/ 39 h 650"/>
              <a:gd name="T16" fmla="*/ 559 w 1046"/>
              <a:gd name="T17" fmla="*/ 39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46" h="650">
                <a:moveTo>
                  <a:pt x="559" y="39"/>
                </a:moveTo>
                <a:cubicBezTo>
                  <a:pt x="523" y="0"/>
                  <a:pt x="523" y="0"/>
                  <a:pt x="523" y="0"/>
                </a:cubicBezTo>
                <a:cubicBezTo>
                  <a:pt x="487" y="39"/>
                  <a:pt x="487" y="39"/>
                  <a:pt x="487" y="39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650"/>
                  <a:pt x="0" y="650"/>
                  <a:pt x="0" y="650"/>
                </a:cubicBezTo>
                <a:cubicBezTo>
                  <a:pt x="142" y="625"/>
                  <a:pt x="324" y="609"/>
                  <a:pt x="523" y="609"/>
                </a:cubicBezTo>
                <a:cubicBezTo>
                  <a:pt x="722" y="609"/>
                  <a:pt x="904" y="625"/>
                  <a:pt x="1046" y="650"/>
                </a:cubicBezTo>
                <a:cubicBezTo>
                  <a:pt x="1046" y="39"/>
                  <a:pt x="1046" y="39"/>
                  <a:pt x="1046" y="39"/>
                </a:cubicBezTo>
                <a:lnTo>
                  <a:pt x="559" y="39"/>
                </a:lnTo>
                <a:close/>
              </a:path>
            </a:pathLst>
          </a:custGeom>
          <a:noFill/>
          <a:ln w="12700" cap="flat" cmpd="sng" algn="ctr">
            <a:solidFill>
              <a:srgbClr val="A91F24"/>
            </a:solidFill>
            <a:prstDash val="solid"/>
            <a:miter lim="800000"/>
          </a:ln>
          <a:effectLst>
            <a:outerShdw sx="103000" sy="103000" algn="ctr" rotWithShape="0">
              <a:prstClr val="black">
                <a:alpha val="8000"/>
              </a:prstClr>
            </a:outerShdw>
          </a:effectLst>
        </p:spPr>
        <p:txBody>
          <a:bodyPr wrap="square" lIns="121920" tIns="60960" rIns="121920" bIns="60960" rtlCol="0" anchor="ctr">
            <a:normAutofit/>
          </a:bodyPr>
          <a:lstStyle/>
          <a:p>
            <a:pPr algn="ctr" defTabSz="1219200">
              <a:defRPr/>
            </a:pPr>
            <a:endParaRPr lang="en-US" sz="1865" kern="0" spc="4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62100" y="4572635"/>
            <a:ext cx="5213350" cy="112395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思考：在上述示例中，A向B发送了序号在[1,6]的字节，但是只收到了B返回的确认序号为4，说明了什么？此种情况下A应该怎么做</a:t>
            </a:r>
            <a:r>
              <a:rPr sz="16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？</a:t>
            </a:r>
            <a:endParaRPr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3310" y="1510665"/>
            <a:ext cx="7799705" cy="588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TCP滑动窗口协议的特点：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5" grpId="0" bldLvl="0" animBg="1"/>
      <p:bldP spid="6" grpId="0" bldLvl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确认重传机制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83310" y="3877310"/>
            <a:ext cx="10275570" cy="979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假设丢失了第2个报文段，不管之后的报文段是否已正确接收，从第2个报文段的第1个字节序号151开始，重发所有的4个报文段。显然，效率低下！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3310" y="3479165"/>
            <a:ext cx="7799705" cy="435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回退方式（</a:t>
            </a:r>
            <a:r>
              <a:rPr lang="en-US" altLang="zh-CN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Go-back-N, GBN</a:t>
            </a: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900" b="1" dirty="0">
              <a:solidFill>
                <a:srgbClr val="A91F2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1743710" y="1744980"/>
          <a:ext cx="8704580" cy="177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391400" imgH="1511300" progId="Visio.Drawing.11">
                  <p:embed/>
                </p:oleObj>
              </mc:Choice>
              <mc:Fallback>
                <p:oleObj name="" r:id="rId1" imgW="7391400" imgH="1511300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3710" y="1744980"/>
                        <a:ext cx="8704580" cy="1770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083310" y="5312410"/>
            <a:ext cx="10275570" cy="979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indent="0" defTabSz="914400">
              <a:lnSpc>
                <a:spcPct val="17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接收方收到不连续的字节时，如果这些字节的序号都在接收窗口之内，则首先接收缓存这些字节，并将丢失的字节流序号通知发送方，发送方只需重发丢失的报文段，而不需要重发已经接收的报文段。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3310" y="4914265"/>
            <a:ext cx="7799705" cy="435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选择重发（</a:t>
            </a:r>
            <a:r>
              <a:rPr lang="en-US" altLang="zh-CN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Selective Acknowledgment</a:t>
            </a: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SACK</a:t>
            </a:r>
            <a:r>
              <a:rPr lang="zh-CN" altLang="en-US" sz="1900" b="1" dirty="0">
                <a:solidFill>
                  <a:srgbClr val="A91F24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900" b="1" dirty="0">
              <a:solidFill>
                <a:srgbClr val="A91F24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2837160" y="2066040"/>
              <a:ext cx="5315400" cy="324432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2837160" y="2066040"/>
                <a:ext cx="5315400" cy="3244320"/>
              </a:xfrm>
              <a:prstGeom prst="rect"/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8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6290" y="1586865"/>
            <a:ext cx="10389870" cy="470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3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重传定时器：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处理报文确认与等待重传的时间。发送一个报文，将其副本放入重传队列</a:t>
            </a: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（思考1）</a:t>
            </a:r>
            <a:endParaRPr lang="zh-CN" altLang="en-US" sz="17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1750" name="Object 3"/>
          <p:cNvGraphicFramePr>
            <a:graphicFrameLocks noChangeAspect="1"/>
          </p:cNvGraphicFramePr>
          <p:nvPr/>
        </p:nvGraphicFramePr>
        <p:xfrm>
          <a:off x="4082733" y="2178050"/>
          <a:ext cx="7323137" cy="433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10452100" imgH="6184900" progId="Visio.Drawing.11">
                  <p:embed/>
                </p:oleObj>
              </mc:Choice>
              <mc:Fallback>
                <p:oleObj name="" r:id="rId1" imgW="10452100" imgH="61849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2733" y="2178050"/>
                        <a:ext cx="7323137" cy="433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 bwMode="auto">
          <a:xfrm>
            <a:off x="741045" y="2257425"/>
            <a:ext cx="3126740" cy="173609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09320" y="2235835"/>
            <a:ext cx="2722880" cy="1660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思考</a:t>
            </a:r>
            <a:r>
              <a:rPr lang="en-US" altLang="zh-CN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20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endParaRPr lang="zh-CN" altLang="en-US" sz="20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考虑如果发送方一直没有收到接收方发来的确认，怎么办？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41045" y="4276725"/>
            <a:ext cx="3126740" cy="160591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9320" y="4334510"/>
            <a:ext cx="2722880" cy="1291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思考</a:t>
            </a:r>
            <a:r>
              <a:rPr lang="en-US" altLang="zh-CN" sz="20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</a:t>
            </a:r>
            <a:r>
              <a:rPr lang="zh-CN" altLang="en-US" sz="20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endParaRPr lang="zh-CN" altLang="en-US" sz="20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重传定时器时间设置过长或者过短分别有什么不利影响？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156075" y="3238500"/>
            <a:ext cx="889635" cy="1191895"/>
            <a:chOff x="6545" y="5100"/>
            <a:chExt cx="1401" cy="1877"/>
          </a:xfrm>
        </p:grpSpPr>
        <p:sp>
          <p:nvSpPr>
            <p:cNvPr id="31751" name="椭圆 1"/>
            <p:cNvSpPr/>
            <p:nvPr/>
          </p:nvSpPr>
          <p:spPr>
            <a:xfrm>
              <a:off x="7284" y="5100"/>
              <a:ext cx="663" cy="1495"/>
            </a:xfrm>
            <a:prstGeom prst="ellipse">
              <a:avLst/>
            </a:prstGeom>
            <a:noFill/>
            <a:ln w="158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eaLnBrk="1" hangingPunct="1"/>
              <a:endParaRPr lang="zh-CN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31752" name="文本框 2"/>
            <p:cNvSpPr txBox="1"/>
            <p:nvPr/>
          </p:nvSpPr>
          <p:spPr>
            <a:xfrm>
              <a:off x="6545" y="5477"/>
              <a:ext cx="848" cy="15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思考</a:t>
              </a:r>
              <a:r>
                <a:rPr lang="en-US" altLang="zh-CN" sz="10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4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？</a:t>
              </a:r>
              <a:endParaRPr lang="zh-CN" altLang="en-US" sz="4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17" grpId="0" bldLvl="0" animBg="1"/>
      <p:bldP spid="21" grpId="0"/>
      <p:bldP spid="5" grpId="0" bldLvl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96290" y="1586865"/>
            <a:ext cx="576326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如果把超时重传时间设置得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太短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，就会引起很多报文段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不必要的重传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，使网络负荷增大；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但若把超时重传时间设置得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过长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，则又使网络的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空闲时间增大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，降低了传输效率。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marR="0" indent="-342900" defTabSz="91440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定时器设置与报文段往返时间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RTT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紧密相关。RTT表示一个报文段自发出到收到ACK的时间间隔。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668895" y="1686878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749983" y="1686878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7452995" y="1191578"/>
            <a:ext cx="4318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534083" y="1172528"/>
            <a:ext cx="431800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668895" y="1912303"/>
            <a:ext cx="1081088" cy="5032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/>
          <p:cNvGrpSpPr/>
          <p:nvPr/>
        </p:nvGrpSpPr>
        <p:grpSpPr>
          <a:xfrm>
            <a:off x="6577330" y="1912620"/>
            <a:ext cx="1236345" cy="1440180"/>
            <a:chOff x="10358" y="2836"/>
            <a:chExt cx="1947" cy="2268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11285" y="2836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1512" y="3968"/>
              <a:ext cx="735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1285" y="5103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11737" y="2836"/>
              <a:ext cx="0" cy="1133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52"/>
            <p:cNvSpPr txBox="1"/>
            <p:nvPr/>
          </p:nvSpPr>
          <p:spPr>
            <a:xfrm>
              <a:off x="11200" y="3121"/>
              <a:ext cx="1077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latin typeface="黑体" panose="02010609060101010101" charset="-122"/>
                  <a:ea typeface="黑体" panose="02010609060101010101" charset="-122"/>
                </a:rPr>
                <a:t>超时</a:t>
              </a:r>
              <a:endParaRPr lang="zh-CN" altLang="en-US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11285" y="2846"/>
              <a:ext cx="0" cy="2258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57"/>
            <p:cNvSpPr txBox="1"/>
            <p:nvPr/>
          </p:nvSpPr>
          <p:spPr>
            <a:xfrm>
              <a:off x="10358" y="4076"/>
              <a:ext cx="1834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黑体" panose="02010609060101010101" charset="-122"/>
                  <a:ea typeface="黑体" panose="02010609060101010101" charset="-122"/>
                </a:rPr>
                <a:t>&gt; =  RTT</a:t>
              </a:r>
              <a:endParaRPr lang="zh-CN" altLang="en-US" b="1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sp>
        <p:nvSpPr>
          <p:cNvPr id="33812" name="文本框 54"/>
          <p:cNvSpPr txBox="1"/>
          <p:nvPr/>
        </p:nvSpPr>
        <p:spPr>
          <a:xfrm>
            <a:off x="7165658" y="4576128"/>
            <a:ext cx="18002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0" dirty="0">
                <a:latin typeface="黑体" panose="02010609060101010101" charset="-122"/>
                <a:ea typeface="黑体" panose="02010609060101010101" charset="-122"/>
              </a:rPr>
              <a:t>定时器设置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太短</a:t>
            </a:r>
            <a:endParaRPr lang="zh-CN" altLang="en-US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9685020" y="1658303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766108" y="1658303"/>
            <a:ext cx="0" cy="2817813"/>
          </a:xfrm>
          <a:prstGeom prst="line">
            <a:avLst/>
          </a:prstGeom>
          <a:ln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9469120" y="1163003"/>
            <a:ext cx="433388" cy="4953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10550208" y="1145540"/>
            <a:ext cx="431800" cy="4937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9685020" y="1883728"/>
            <a:ext cx="1081088" cy="2254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75"/>
          <p:cNvSpPr txBox="1"/>
          <p:nvPr/>
        </p:nvSpPr>
        <p:spPr>
          <a:xfrm>
            <a:off x="9300528" y="4547553"/>
            <a:ext cx="18002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0" dirty="0">
                <a:latin typeface="黑体" panose="02010609060101010101" charset="-122"/>
                <a:ea typeface="黑体" panose="02010609060101010101" charset="-122"/>
              </a:rPr>
              <a:t>定时器设置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太长</a:t>
            </a:r>
            <a:endParaRPr lang="zh-CN" altLang="en-US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>
            <a:off x="9685020" y="2829878"/>
            <a:ext cx="1076325" cy="8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8713470" y="1884045"/>
            <a:ext cx="1116330" cy="1954530"/>
            <a:chOff x="13722" y="2791"/>
            <a:chExt cx="1758" cy="3078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4460" y="2791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4460" y="5868"/>
              <a:ext cx="102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4572" y="2791"/>
              <a:ext cx="0" cy="3078"/>
            </a:xfrm>
            <a:prstGeom prst="straightConnector1">
              <a:avLst/>
            </a:prstGeom>
            <a:ln>
              <a:solidFill>
                <a:schemeClr val="tx1"/>
              </a:solidFill>
              <a:headEnd type="stealth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79"/>
            <p:cNvSpPr txBox="1"/>
            <p:nvPr/>
          </p:nvSpPr>
          <p:spPr>
            <a:xfrm>
              <a:off x="13722" y="4191"/>
              <a:ext cx="139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latin typeface="黑体" panose="02010609060101010101" charset="-122"/>
                  <a:ea typeface="黑体" panose="02010609060101010101" charset="-122"/>
                </a:rPr>
                <a:t>定时器</a:t>
              </a:r>
              <a:endParaRPr lang="zh-CN" altLang="en-US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cxnSp>
        <p:nvCxnSpPr>
          <p:cNvPr id="44" name="直接箭头连接符 43"/>
          <p:cNvCxnSpPr/>
          <p:nvPr/>
        </p:nvCxnSpPr>
        <p:spPr>
          <a:xfrm flipH="1">
            <a:off x="9685020" y="2712403"/>
            <a:ext cx="1076325" cy="333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9690100" y="2217420"/>
            <a:ext cx="1079500" cy="481965"/>
            <a:chOff x="15260" y="3316"/>
            <a:chExt cx="1700" cy="759"/>
          </a:xfrm>
        </p:grpSpPr>
        <p:cxnSp>
          <p:nvCxnSpPr>
            <p:cNvPr id="40" name="直接箭头连接符 39"/>
            <p:cNvCxnSpPr/>
            <p:nvPr/>
          </p:nvCxnSpPr>
          <p:spPr>
            <a:xfrm>
              <a:off x="15260" y="3721"/>
              <a:ext cx="1700" cy="3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80"/>
            <p:cNvSpPr txBox="1"/>
            <p:nvPr/>
          </p:nvSpPr>
          <p:spPr>
            <a:xfrm rot="612141">
              <a:off x="15537" y="3316"/>
              <a:ext cx="102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黑体" panose="02010609060101010101" charset="-122"/>
                  <a:ea typeface="黑体" panose="02010609060101010101" charset="-122"/>
                </a:rPr>
                <a:t>重传</a:t>
              </a:r>
              <a:endParaRPr lang="zh-CN" altLang="en-US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cxnSp>
        <p:nvCxnSpPr>
          <p:cNvPr id="13" name="直接箭头连接符 12"/>
          <p:cNvCxnSpPr/>
          <p:nvPr/>
        </p:nvCxnSpPr>
        <p:spPr>
          <a:xfrm flipH="1">
            <a:off x="7668895" y="2415540"/>
            <a:ext cx="1081405" cy="936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7668895" y="2446020"/>
            <a:ext cx="1080770" cy="689610"/>
            <a:chOff x="12077" y="3676"/>
            <a:chExt cx="1702" cy="1086"/>
          </a:xfrm>
        </p:grpSpPr>
        <p:cxnSp>
          <p:nvCxnSpPr>
            <p:cNvPr id="23" name="直接箭头连接符 22"/>
            <p:cNvCxnSpPr/>
            <p:nvPr/>
          </p:nvCxnSpPr>
          <p:spPr>
            <a:xfrm>
              <a:off x="12077" y="3968"/>
              <a:ext cx="1703" cy="7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88"/>
            <p:cNvSpPr txBox="1"/>
            <p:nvPr/>
          </p:nvSpPr>
          <p:spPr>
            <a:xfrm rot="1520186">
              <a:off x="12267" y="3676"/>
              <a:ext cx="102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黑体" panose="02010609060101010101" charset="-122"/>
                  <a:ea typeface="黑体" panose="02010609060101010101" charset="-122"/>
                </a:rPr>
                <a:t>重传</a:t>
              </a:r>
              <a:endParaRPr lang="zh-CN" altLang="en-US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pic>
        <p:nvPicPr>
          <p:cNvPr id="3382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90" y="3893503"/>
            <a:ext cx="2681288" cy="2454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" name="圆角矩形标注 92"/>
          <p:cNvSpPr/>
          <p:nvPr/>
        </p:nvSpPr>
        <p:spPr>
          <a:xfrm>
            <a:off x="3576955" y="4051300"/>
            <a:ext cx="2764790" cy="898525"/>
          </a:xfrm>
          <a:prstGeom prst="wedgeRoundRectCallout">
            <a:avLst>
              <a:gd name="adj1" fmla="val -59731"/>
              <a:gd name="adj2" fmla="val 42669"/>
              <a:gd name="adj3" fmla="val 16667"/>
            </a:avLst>
          </a:prstGeom>
          <a:solidFill>
            <a:srgbClr val="FFFF00">
              <a:alpha val="33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因特网上相继传输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100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个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数据报的往返时间测量值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</p:txBody>
      </p:sp>
      <p:sp>
        <p:nvSpPr>
          <p:cNvPr id="58" name="矩形 57"/>
          <p:cNvSpPr/>
          <p:nvPr/>
        </p:nvSpPr>
        <p:spPr bwMode="auto">
          <a:xfrm>
            <a:off x="3639820" y="5266055"/>
            <a:ext cx="7341870" cy="105410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709160" y="5377815"/>
            <a:ext cx="491363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RTT随网络状态而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随机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波动，既非定值，也无规律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di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发送数据报的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同时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，需要对该报文的RTT进行估计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8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9" grpId="0" bldLvl="0" animBg="1"/>
      <p:bldP spid="10" grpId="0" bldLvl="0" animBg="1"/>
      <p:bldP spid="33812" grpId="0"/>
      <p:bldP spid="30" grpId="0" bldLvl="0" animBg="1"/>
      <p:bldP spid="31" grpId="0" bldLvl="0" animBg="1"/>
      <p:bldP spid="35" grpId="0"/>
      <p:bldP spid="93" grpId="0" bldLvl="0" animBg="1"/>
      <p:bldP spid="58" grpId="0" bldLvl="0" animBg="1"/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523811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00525" y="1598930"/>
            <a:ext cx="3791585" cy="48895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425700" y="2122805"/>
            <a:ext cx="7341870" cy="159702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19755" y="2103755"/>
            <a:ext cx="551624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其中：</a:t>
            </a:r>
            <a:endParaRPr lang="zh-CN" altLang="zh-CN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Timeout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：本次定时器的时间值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RTT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：对本次发出报文段的往返时间的估计值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β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：常数值，大于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，推荐值为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</a:t>
            </a:r>
            <a:endParaRPr lang="en-US" altLang="zh-CN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7" name="文本框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25497" y="4043905"/>
            <a:ext cx="7413183" cy="430886"/>
          </a:xfrm>
          <a:prstGeom prst="rect">
            <a:avLst/>
          </a:prstGeom>
          <a:blipFill rotWithShape="0">
            <a:blip r:embed="rId2"/>
            <a:stretch>
              <a:fillRect t="-30000" r="-1974" b="-45714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kern="1200" cap="none" spc="0" normalizeH="0" baseline="0" noProof="0">
                <a:noFill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425700" y="4614545"/>
            <a:ext cx="7341870" cy="81089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19755" y="4595495"/>
            <a:ext cx="551624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其中：</a:t>
            </a:r>
            <a:endParaRPr lang="zh-CN" altLang="zh-CN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· 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α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为常数值，小于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，推荐值为</a:t>
            </a:r>
            <a:r>
              <a:rPr lang="en-US" altLang="zh-CN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0.125</a:t>
            </a:r>
            <a:endParaRPr lang="en-US" altLang="zh-CN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1" name="圆角矩形 15"/>
          <p:cNvSpPr/>
          <p:nvPr/>
        </p:nvSpPr>
        <p:spPr>
          <a:xfrm>
            <a:off x="2426335" y="5654040"/>
            <a:ext cx="7412355" cy="602615"/>
          </a:xfrm>
          <a:prstGeom prst="roundRect">
            <a:avLst/>
          </a:prstGeom>
          <a:solidFill>
            <a:srgbClr val="A91F2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300" b="1" dirty="0">
                <a:ln w="2540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charset="-122"/>
              </a:rPr>
              <a:t>示例：请参见教材例子并认真加以理解！</a:t>
            </a:r>
            <a:endParaRPr kumimoji="1" lang="zh-CN" altLang="en-US" sz="2300" b="1" dirty="0">
              <a:ln w="25400">
                <a:noFill/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3" grpId="0" bldLvl="0" animBg="1"/>
      <p:bldP spid="6" grpId="0" bldLvl="0" animBg="1"/>
      <p:bldP spid="11" grpId="0"/>
      <p:bldP spid="17" grpId="0" bldLvl="0" animBg="1"/>
      <p:bldP spid="21" grpId="0" bldLvl="0" animBg="1"/>
      <p:bldP spid="39" grpId="0"/>
      <p:bldP spid="4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879475"/>
            <a:ext cx="741743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准确测量往返时间样本的问题（</a:t>
            </a:r>
            <a:r>
              <a:rPr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拓展内容，不做要求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7255" y="1385570"/>
            <a:ext cx="1015047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TCP协议并没有定义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重传的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报文段与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原先的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报文段的差别，故无法确定将一个确认(ACK)与第几个重传关联，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即TCP协议存在确认二义性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85215" y="2211070"/>
            <a:ext cx="1002220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1) 若将确认与原先的报文段关联：将导致Rts 较真实值大，Rtt 较真实值大；在每个发送的报文段至少丢失一次的网络中，将导致 Rtt 无限增大；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2) 若将确认与最近重传的报文段关联：将导致Rts 较真实值小，导致 Rtt 较真实值小；由于密集重发报文段， 导致 Rtt 越来越小；最后 Rtt 会稳定在某个值x, 而真实的往返时间大约是x的整数倍。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562100" y="3736340"/>
            <a:ext cx="8622665" cy="2090420"/>
            <a:chOff x="2460" y="6004"/>
            <a:chExt cx="13579" cy="3292"/>
          </a:xfrm>
        </p:grpSpPr>
        <p:pic>
          <p:nvPicPr>
            <p:cNvPr id="3789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60" y="6237"/>
              <a:ext cx="7264" cy="294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789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51" y="6004"/>
              <a:ext cx="6088" cy="329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3812" name="文本框 54"/>
          <p:cNvSpPr txBox="1"/>
          <p:nvPr/>
        </p:nvSpPr>
        <p:spPr>
          <a:xfrm>
            <a:off x="2528253" y="5829618"/>
            <a:ext cx="1800225" cy="321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500" dirty="0">
                <a:latin typeface="Arial" panose="020B0604020202020204" pitchFamily="34" charset="0"/>
                <a:sym typeface="+mn-ea"/>
              </a:rPr>
              <a:t>对应第</a:t>
            </a:r>
            <a:r>
              <a:rPr lang="en-US" altLang="zh-CN" sz="1500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1500" dirty="0">
                <a:latin typeface="Arial" panose="020B0604020202020204" pitchFamily="34" charset="0"/>
                <a:sym typeface="+mn-ea"/>
              </a:rPr>
              <a:t>）种情况</a:t>
            </a:r>
            <a:endParaRPr lang="zh-CN" altLang="en-US" sz="15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sym typeface="+mn-ea"/>
            </a:endParaRPr>
          </a:p>
        </p:txBody>
      </p:sp>
      <p:sp>
        <p:nvSpPr>
          <p:cNvPr id="35" name="文本框 75"/>
          <p:cNvSpPr txBox="1"/>
          <p:nvPr/>
        </p:nvSpPr>
        <p:spPr>
          <a:xfrm>
            <a:off x="7343140" y="5848985"/>
            <a:ext cx="1998345" cy="321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500" dirty="0">
                <a:latin typeface="Arial" panose="020B0604020202020204" pitchFamily="34" charset="0"/>
                <a:sym typeface="+mn-ea"/>
              </a:rPr>
              <a:t>对应第</a:t>
            </a:r>
            <a:r>
              <a:rPr lang="en-US" altLang="zh-CN" sz="1500" dirty="0"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1500" dirty="0">
                <a:latin typeface="Arial" panose="020B0604020202020204" pitchFamily="34" charset="0"/>
                <a:sym typeface="+mn-ea"/>
              </a:rPr>
              <a:t>）种情况</a:t>
            </a:r>
            <a:endParaRPr lang="zh-CN" altLang="en-US" sz="15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charset="-122"/>
              <a:sym typeface="+mn-ea"/>
            </a:endParaRPr>
          </a:p>
        </p:txBody>
      </p:sp>
      <p:sp>
        <p:nvSpPr>
          <p:cNvPr id="7" name="文本框 75"/>
          <p:cNvSpPr txBox="1"/>
          <p:nvPr/>
        </p:nvSpPr>
        <p:spPr>
          <a:xfrm>
            <a:off x="4098290" y="6282690"/>
            <a:ext cx="394525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600" b="1" dirty="0">
                <a:latin typeface="Arial" panose="020B0604020202020204" pitchFamily="34" charset="0"/>
                <a:sym typeface="+mn-ea"/>
              </a:rPr>
              <a:t>b=2，红色箭头表示真实的一对收发</a:t>
            </a:r>
            <a:endParaRPr sz="1600" b="1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4" grpId="0"/>
      <p:bldP spid="33812" grpId="0"/>
      <p:bldP spid="3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879475"/>
            <a:ext cx="741743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准确测量往返时间样本的问题（</a:t>
            </a:r>
            <a:r>
              <a:rPr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拓展内容，不做要求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7255" y="1632585"/>
            <a:ext cx="10584815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Karn算法：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在原先的RTT估计算法的基础上，对往返时间样本Rts的采样进行了改进    即TCP协议存在确认二义性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23645" y="4930775"/>
            <a:ext cx="10022205" cy="1349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600"/>
              </a:spcAft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1)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非重传采样：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对没有二义性的确认进行往返时间采样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用新样本 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Rtt.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RFC 2988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推荐的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 值为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1/8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，即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0.125, 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推荐值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=2</a:t>
            </a:r>
            <a:endParaRPr lang="en-US" altLang="zh-CN" sz="1600" b="0" i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Aft>
                <a:spcPts val="600"/>
              </a:spcAft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2) 重传计时器退避：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当发生重传时，以</a:t>
            </a:r>
            <a:r>
              <a:rPr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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(2,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推荐值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=2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因子倍增</a:t>
            </a:r>
            <a:r>
              <a:rPr lang="en-US" altLang="zh-CN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Timeout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而不是对往返时间采样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430145" y="2363470"/>
            <a:ext cx="7625080" cy="2339340"/>
            <a:chOff x="3645" y="3722"/>
            <a:chExt cx="12008" cy="3684"/>
          </a:xfrm>
        </p:grpSpPr>
        <p:sp>
          <p:nvSpPr>
            <p:cNvPr id="39942" name="TextBox 10"/>
            <p:cNvSpPr txBox="1"/>
            <p:nvPr/>
          </p:nvSpPr>
          <p:spPr>
            <a:xfrm>
              <a:off x="3703" y="3842"/>
              <a:ext cx="119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If</a:t>
              </a: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dirty="0">
                  <a:latin typeface="Arial" panose="020B0604020202020204" pitchFamily="34" charset="0"/>
                </a:rPr>
                <a:t> </a:t>
              </a:r>
              <a:r>
                <a:rPr lang="zh-CN" altLang="en-US" dirty="0">
                  <a:latin typeface="Arial" panose="020B0604020202020204" pitchFamily="34" charset="0"/>
                </a:rPr>
                <a:t>收到的</a:t>
              </a:r>
              <a:r>
                <a:rPr lang="en-US" altLang="zh-CN" dirty="0">
                  <a:latin typeface="Arial" panose="020B0604020202020204" pitchFamily="34" charset="0"/>
                </a:rPr>
                <a:t>ACK</a:t>
              </a:r>
              <a:r>
                <a:rPr lang="zh-CN" altLang="en-US" dirty="0">
                  <a:latin typeface="Arial" panose="020B0604020202020204" pitchFamily="34" charset="0"/>
                </a:rPr>
                <a:t>报文段</a:t>
              </a:r>
              <a:r>
                <a:rPr lang="en-US" altLang="zh-CN" dirty="0">
                  <a:latin typeface="Arial" panose="020B0604020202020204" pitchFamily="34" charset="0"/>
                </a:rPr>
                <a:t>.Ack. number</a:t>
              </a:r>
              <a:r>
                <a:rPr lang="zh-CN" altLang="en-US" dirty="0">
                  <a:latin typeface="Arial" panose="020B0604020202020204" pitchFamily="34" charset="0"/>
                </a:rPr>
                <a:t>对应的报文段没有重传过 </a:t>
              </a: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 then</a:t>
              </a:r>
              <a:endParaRPr lang="en-US" altLang="zh-CN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43" name="TextBox 12"/>
            <p:cNvSpPr txBox="1"/>
            <p:nvPr/>
          </p:nvSpPr>
          <p:spPr>
            <a:xfrm>
              <a:off x="3645" y="5932"/>
              <a:ext cx="11950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</a:rPr>
                <a:t>Else</a:t>
              </a:r>
              <a:endParaRPr lang="en-US" altLang="zh-CN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9944" name="组合 18"/>
            <p:cNvGrpSpPr/>
            <p:nvPr/>
          </p:nvGrpSpPr>
          <p:grpSpPr>
            <a:xfrm>
              <a:off x="3758" y="3722"/>
              <a:ext cx="11135" cy="3685"/>
              <a:chOff x="755576" y="2204864"/>
              <a:chExt cx="6912768" cy="2340260"/>
            </a:xfrm>
          </p:grpSpPr>
          <p:pic>
            <p:nvPicPr>
              <p:cNvPr id="39946" name="Picture 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51620" y="2708920"/>
                <a:ext cx="5095875" cy="89535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39947" name="Picture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51620" y="4113076"/>
                <a:ext cx="4533900" cy="39052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2" name="矩形 21"/>
              <p:cNvSpPr/>
              <p:nvPr/>
            </p:nvSpPr>
            <p:spPr>
              <a:xfrm>
                <a:off x="755576" y="2204864"/>
                <a:ext cx="6912768" cy="23402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879475"/>
            <a:ext cx="741743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准确测量往返时间样本的问题（</a:t>
            </a:r>
            <a:r>
              <a:rPr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拓展内容，不做要求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7255" y="1632585"/>
            <a:ext cx="10584815" cy="875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RTT基于方差估计算法：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1) Karn算法不能适应时延变化很大的情况；2)b=2时, Karn算法最多能处理负载为30%的情况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1992" name="TextBox 15"/>
          <p:cNvSpPr txBox="1"/>
          <p:nvPr/>
        </p:nvSpPr>
        <p:spPr>
          <a:xfrm>
            <a:off x="6681153" y="5845810"/>
            <a:ext cx="3095625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rPr>
              <a:t>Kalman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滤波算法</a:t>
            </a:r>
            <a:endParaRPr lang="zh-CN" altLang="en-US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891665" y="4467225"/>
            <a:ext cx="3097530" cy="1036955"/>
            <a:chOff x="2979" y="7035"/>
            <a:chExt cx="4878" cy="1633"/>
          </a:xfrm>
        </p:grpSpPr>
        <p:sp>
          <p:nvSpPr>
            <p:cNvPr id="41991" name="TextBox 13"/>
            <p:cNvSpPr txBox="1"/>
            <p:nvPr/>
          </p:nvSpPr>
          <p:spPr>
            <a:xfrm>
              <a:off x="2979" y="7035"/>
              <a:ext cx="4878" cy="9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RTT</a:t>
              </a:r>
              <a:r>
                <a:rPr lang="zh-CN" altLang="en-US" sz="16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基于方差估计算法</a:t>
              </a:r>
              <a:r>
                <a:rPr lang="zh-CN" altLang="en-US" sz="1600" dirty="0">
                  <a:latin typeface="Arial" panose="020B0604020202020204" pitchFamily="34" charset="0"/>
                </a:rPr>
                <a:t>，</a:t>
              </a:r>
              <a:endParaRPr lang="en-US" altLang="zh-CN" sz="1600" dirty="0">
                <a:latin typeface="Arial" panose="020B0604020202020204" pitchFamily="34" charset="0"/>
              </a:endParaRPr>
            </a:p>
            <a:p>
              <a:pPr>
                <a:lnSpc>
                  <a:spcPct val="110000"/>
                </a:lnSpc>
              </a:pPr>
              <a:r>
                <a:rPr lang="zh-CN" altLang="en-US" sz="1600" dirty="0">
                  <a:latin typeface="Arial" panose="020B0604020202020204" pitchFamily="34" charset="0"/>
                </a:rPr>
                <a:t>其中的参数推荐取值为</a:t>
              </a:r>
              <a:endParaRPr lang="zh-CN" altLang="en-US" sz="1600" dirty="0">
                <a:latin typeface="Arial" panose="020B0604020202020204" pitchFamily="34" charset="0"/>
              </a:endParaRPr>
            </a:p>
          </p:txBody>
        </p:sp>
        <p:pic>
          <p:nvPicPr>
            <p:cNvPr id="41993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94" y="7990"/>
              <a:ext cx="2380" cy="67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>
            <a:off x="1856740" y="2425700"/>
            <a:ext cx="8351520" cy="3319780"/>
            <a:chOff x="2924" y="3820"/>
            <a:chExt cx="13152" cy="5228"/>
          </a:xfrm>
        </p:grpSpPr>
        <p:pic>
          <p:nvPicPr>
            <p:cNvPr id="41990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4" y="4670"/>
              <a:ext cx="6578" cy="21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12" y="3820"/>
              <a:ext cx="6065" cy="522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" name="任意多边形 4"/>
          <p:cNvSpPr/>
          <p:nvPr/>
        </p:nvSpPr>
        <p:spPr>
          <a:xfrm>
            <a:off x="4517390" y="3082925"/>
            <a:ext cx="1933575" cy="355600"/>
          </a:xfrm>
          <a:custGeom>
            <a:avLst/>
            <a:gdLst>
              <a:gd name="connsiteX0" fmla="*/ 0 w 1934677"/>
              <a:gd name="connsiteY0" fmla="*/ 356135 h 356135"/>
              <a:gd name="connsiteX1" fmla="*/ 529389 w 1934677"/>
              <a:gd name="connsiteY1" fmla="*/ 356135 h 356135"/>
              <a:gd name="connsiteX2" fmla="*/ 529389 w 1934677"/>
              <a:gd name="connsiteY2" fmla="*/ 0 h 356135"/>
              <a:gd name="connsiteX3" fmla="*/ 1934677 w 1934677"/>
              <a:gd name="connsiteY3" fmla="*/ 0 h 35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4677" h="356135">
                <a:moveTo>
                  <a:pt x="0" y="356135"/>
                </a:moveTo>
                <a:lnTo>
                  <a:pt x="529389" y="356135"/>
                </a:lnTo>
                <a:lnTo>
                  <a:pt x="529389" y="0"/>
                </a:lnTo>
                <a:lnTo>
                  <a:pt x="1934677" y="0"/>
                </a:lnTo>
              </a:path>
            </a:pathLst>
          </a:cu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4920615" y="4170363"/>
            <a:ext cx="1425575" cy="952500"/>
          </a:xfrm>
          <a:custGeom>
            <a:avLst/>
            <a:gdLst>
              <a:gd name="connsiteX0" fmla="*/ 0 w 1424539"/>
              <a:gd name="connsiteY0" fmla="*/ 0 h 952901"/>
              <a:gd name="connsiteX1" fmla="*/ 259882 w 1424539"/>
              <a:gd name="connsiteY1" fmla="*/ 0 h 952901"/>
              <a:gd name="connsiteX2" fmla="*/ 259882 w 1424539"/>
              <a:gd name="connsiteY2" fmla="*/ 952901 h 952901"/>
              <a:gd name="connsiteX3" fmla="*/ 1424539 w 1424539"/>
              <a:gd name="connsiteY3" fmla="*/ 952901 h 95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4539" h="952901">
                <a:moveTo>
                  <a:pt x="0" y="0"/>
                </a:moveTo>
                <a:lnTo>
                  <a:pt x="259882" y="0"/>
                </a:lnTo>
                <a:lnTo>
                  <a:pt x="259882" y="952901"/>
                </a:lnTo>
                <a:lnTo>
                  <a:pt x="1424539" y="952901"/>
                </a:lnTo>
              </a:path>
            </a:pathLst>
          </a:custGeom>
          <a:ln>
            <a:solidFill>
              <a:srgbClr val="0000FF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997" name="矩形 27"/>
          <p:cNvSpPr/>
          <p:nvPr/>
        </p:nvSpPr>
        <p:spPr>
          <a:xfrm>
            <a:off x="3458528" y="5376863"/>
            <a:ext cx="2898775" cy="585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1600" b="0" dirty="0">
                <a:latin typeface="Arial" panose="020B0604020202020204" pitchFamily="34" charset="0"/>
              </a:rPr>
              <a:t>参数</a:t>
            </a:r>
            <a:r>
              <a:rPr lang="en-US" altLang="zh-CN" sz="1600" b="0" dirty="0">
                <a:latin typeface="Arial" panose="020B0604020202020204" pitchFamily="34" charset="0"/>
              </a:rPr>
              <a:t>K</a:t>
            </a:r>
            <a:r>
              <a:rPr lang="zh-CN" altLang="en-US" sz="1600" b="0" dirty="0">
                <a:latin typeface="Arial" panose="020B0604020202020204" pitchFamily="34" charset="0"/>
              </a:rPr>
              <a:t>称为</a:t>
            </a:r>
            <a:r>
              <a:rPr lang="en-US" altLang="zh-CN" sz="1600" b="0" dirty="0">
                <a:latin typeface="Arial" panose="020B0604020202020204" pitchFamily="34" charset="0"/>
              </a:rPr>
              <a:t>Kalman gain,</a:t>
            </a:r>
            <a:endParaRPr lang="en-US" altLang="zh-CN" sz="1600" b="0" dirty="0">
              <a:latin typeface="Arial" panose="020B0604020202020204" pitchFamily="34" charset="0"/>
            </a:endParaRPr>
          </a:p>
          <a:p>
            <a:pPr algn="r"/>
            <a:r>
              <a:rPr lang="zh-CN" altLang="en-US" sz="1600" b="0" dirty="0">
                <a:latin typeface="Arial" panose="020B0604020202020204" pitchFamily="34" charset="0"/>
              </a:rPr>
              <a:t>不需要手工设定</a:t>
            </a:r>
            <a:r>
              <a:rPr lang="en-US" altLang="zh-CN" sz="1600" b="0" dirty="0">
                <a:latin typeface="Arial" panose="020B0604020202020204" pitchFamily="34" charset="0"/>
              </a:rPr>
              <a:t>, K</a:t>
            </a:r>
            <a:r>
              <a:rPr lang="zh-CN" altLang="en-US" sz="1600" b="0" dirty="0">
                <a:latin typeface="Arial" panose="020B0604020202020204" pitchFamily="34" charset="0"/>
              </a:rPr>
              <a:t>是自学习的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4160203" y="4265613"/>
            <a:ext cx="3051175" cy="1079500"/>
          </a:xfrm>
          <a:custGeom>
            <a:avLst/>
            <a:gdLst>
              <a:gd name="connsiteX0" fmla="*/ 3051208 w 3051208"/>
              <a:gd name="connsiteY0" fmla="*/ 933651 h 1078030"/>
              <a:gd name="connsiteX1" fmla="*/ 3051208 w 3051208"/>
              <a:gd name="connsiteY1" fmla="*/ 1078030 h 1078030"/>
              <a:gd name="connsiteX2" fmla="*/ 866274 w 3051208"/>
              <a:gd name="connsiteY2" fmla="*/ 1078030 h 1078030"/>
              <a:gd name="connsiteX3" fmla="*/ 866274 w 3051208"/>
              <a:gd name="connsiteY3" fmla="*/ 96253 h 1078030"/>
              <a:gd name="connsiteX4" fmla="*/ 0 w 3051208"/>
              <a:gd name="connsiteY4" fmla="*/ 96253 h 1078030"/>
              <a:gd name="connsiteX5" fmla="*/ 0 w 3051208"/>
              <a:gd name="connsiteY5" fmla="*/ 0 h 1078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51208" h="1078030">
                <a:moveTo>
                  <a:pt x="3051208" y="933651"/>
                </a:moveTo>
                <a:lnTo>
                  <a:pt x="3051208" y="1078030"/>
                </a:lnTo>
                <a:lnTo>
                  <a:pt x="866274" y="1078030"/>
                </a:lnTo>
                <a:lnTo>
                  <a:pt x="866274" y="96253"/>
                </a:lnTo>
                <a:lnTo>
                  <a:pt x="0" y="96253"/>
                </a:lnTo>
                <a:lnTo>
                  <a:pt x="0" y="0"/>
                </a:lnTo>
              </a:path>
            </a:pathLst>
          </a:custGeom>
          <a:ln w="19050">
            <a:solidFill>
              <a:srgbClr val="92D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41992" grpId="0"/>
      <p:bldP spid="5" grpId="2" animBg="1"/>
      <p:bldP spid="6" grpId="0" animBg="1"/>
      <p:bldP spid="41997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滑动窗口与超时重传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r>
              <a:rPr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r>
              <a:rPr sz="22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思考题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6602" y="1714500"/>
            <a:ext cx="10080434" cy="4049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RTT基于方差估计算法与Karn算法在Timeout计算上有什么区别？</a:t>
            </a: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请查阅文献，是否存在基于Bayesian方法估计随机变量RTT？能否使用机器学习方法预测RTT?</a:t>
            </a: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请查阅文献，是否存在一种方法在重传情况下也能准确实现往返时间采样？（提示：这是将ACK报文段与第几个重传关联的问题）</a:t>
            </a: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请阅读W. Richard Stevens. TCP/IP Illustrated Vol.2 第14.3节，关于Timeout的计算，并分析那里描述的算法与RTT基于方差估计算法有何不同？</a:t>
            </a: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请查阅Linux TCP源码 </a:t>
            </a:r>
            <a:r>
              <a:rPr lang="zh-CN" altLang="zh-CN" u="sng" kern="10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https://github.com/torvalds/linux/blob/master/net/ipv4/tcp.c</a:t>
            </a: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，分析它采用什么算法解决超时重传问题</a:t>
            </a: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3.4.4  </a:t>
            </a:r>
            <a:r>
              <a:rPr lang="en-US" altLang="zh-CN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滑动窗口与超时重传</a:t>
            </a:r>
            <a:r>
              <a:rPr lang="zh-CN" altLang="en-US" sz="22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机制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随堂练习题</a:t>
            </a:r>
            <a:r>
              <a:rPr lang="zh-CN" altLang="en-US" sz="2200" b="1" dirty="0"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sz="2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4673" y="1844675"/>
            <a:ext cx="11500073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A</a:t>
            </a:r>
            <a:r>
              <a:rPr lang="zh-CN" altLang="en-US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kern="1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</a:t>
            </a:r>
            <a:endParaRPr lang="en-US" altLang="zh-CN" sz="20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53465" y="1765300"/>
            <a:ext cx="10329545" cy="1058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流量控制：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由发送方控制发送速率，使之不超过接收速率，防止接收方来不及接收字节流，而出现报文丢失现象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3465" y="2931795"/>
            <a:ext cx="10122535" cy="3122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基本过程：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接收方从缓存中读取速度大于等于字节到达速度，接收方在每个确认中发出一个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非零窗口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通告</a:t>
            </a:r>
            <a:endParaRPr lang="en-US" altLang="zh-CN" sz="17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如果发送方发送速度比接收方读取速度快，将造成缓冲区被全部占用，之后到达的字节因缓冲区溢出而丢弃。此时，接收方必须发出一个“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零窗口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”的通告。告知当发送方停止发送（直到接收“非零窗口”通告为止）。</a:t>
            </a:r>
            <a:endParaRPr lang="en-US" altLang="zh-CN" sz="17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lvl="1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接收方需要接收能力给出一个合适的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，并将它写入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报头中，通知发送方。接收窗口又称为</a:t>
            </a:r>
            <a:r>
              <a:rPr lang="zh-CN" altLang="en-US" sz="1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通知窗口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8133" name="矩形 2"/>
          <p:cNvSpPr/>
          <p:nvPr/>
        </p:nvSpPr>
        <p:spPr>
          <a:xfrm>
            <a:off x="1157605" y="1724660"/>
            <a:ext cx="9877425" cy="449516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触发零窗口事件的流量控制基本事件逻辑：</a:t>
            </a:r>
            <a:endParaRPr lang="en-US" altLang="zh-CN" b="0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1) </a:t>
            </a:r>
            <a:r>
              <a:rPr lang="zh-CN" altLang="en-US" sz="2000" b="1" dirty="0">
                <a:latin typeface="Times New Roman" panose="02020603050405020304" pitchFamily="18" charset="0"/>
                <a:ea typeface="黑体" panose="02010609060101010101" charset="-122"/>
              </a:rPr>
              <a:t>零窗口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(Zero window)</a:t>
            </a:r>
            <a:r>
              <a:rPr lang="zh-CN" altLang="en-US" sz="2000" b="1" dirty="0">
                <a:latin typeface="Times New Roman" panose="02020603050405020304" pitchFamily="18" charset="0"/>
                <a:ea typeface="黑体" panose="02010609060101010101" charset="-122"/>
              </a:rPr>
              <a:t>通告</a:t>
            </a:r>
            <a:endParaRPr lang="zh-CN" altLang="en-US" sz="2000" b="1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当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接收方的缓冲区满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如应用层未能及时提取数据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，则接收方往发送方发送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，称之为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零窗口通告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2) 窗口更新(Window update)</a:t>
            </a:r>
            <a:endParaRPr lang="en-US" altLang="zh-CN" sz="2000" b="1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当接收方缓冲区从满状态变到有可用空间时，接收方向发送方发送纯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&gt;0)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，称之为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窗口更新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</a:pP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charset="-122"/>
              </a:rPr>
              <a:t>3) 窗口探测(Window probe)</a:t>
            </a:r>
            <a:endParaRPr lang="en-US" altLang="zh-CN" sz="2000" b="1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因为纯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=0, ACK=1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的报文段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不被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可靠递送，则第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2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步的窗口更新有可能在网络中丢失，导致收发双方都处于等待的死锁状态。</a:t>
            </a:r>
            <a:endParaRPr lang="zh-CN" altLang="en-US" b="0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为避免活锁，发送方使用一种叫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坚持定时器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(persist timer)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来定期触发：发送方往接收方发送窗口探测报文段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&gt;0, 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保证被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递送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。作为响应，接收方将自己的缓冲区可用空间大小放入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报文段的窗口字段，由此，发送方获知接收方是否能继续接收数据。</a:t>
            </a:r>
            <a:endParaRPr lang="zh-CN" altLang="en-US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4813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9005"/>
            <a:ext cx="7323455" cy="598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流量控制、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0181" name="Object 3"/>
          <p:cNvGraphicFramePr>
            <a:graphicFrameLocks noChangeAspect="1"/>
          </p:cNvGraphicFramePr>
          <p:nvPr/>
        </p:nvGraphicFramePr>
        <p:xfrm>
          <a:off x="5822474" y="647065"/>
          <a:ext cx="5041900" cy="5664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611370" imgH="4374515" progId="Visio.Drawing.11">
                  <p:embed/>
                </p:oleObj>
              </mc:Choice>
              <mc:Fallback>
                <p:oleObj name="" r:id="rId1" imgW="4611370" imgH="4374515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22474" y="647065"/>
                        <a:ext cx="5041900" cy="5664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85470" y="1874520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触发零窗口事件的流量控制：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50900" y="2447290"/>
            <a:ext cx="223139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示例：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185" name="文本框 8"/>
          <p:cNvSpPr txBox="1"/>
          <p:nvPr/>
        </p:nvSpPr>
        <p:spPr>
          <a:xfrm>
            <a:off x="1042035" y="3353753"/>
            <a:ext cx="3683000" cy="675640"/>
          </a:xfrm>
          <a:prstGeom prst="rect">
            <a:avLst/>
          </a:prstGeom>
          <a:solidFill>
            <a:srgbClr val="FFC000">
              <a:alpha val="41176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零窗口通告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：纯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报文段，数据长度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endParaRPr lang="zh-CN" altLang="en-US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0186" name="文本框 15"/>
          <p:cNvSpPr txBox="1"/>
          <p:nvPr/>
        </p:nvSpPr>
        <p:spPr>
          <a:xfrm>
            <a:off x="1042035" y="4172903"/>
            <a:ext cx="3673475" cy="675640"/>
          </a:xfrm>
          <a:prstGeom prst="rect">
            <a:avLst/>
          </a:prstGeom>
          <a:solidFill>
            <a:srgbClr val="FFC000">
              <a:alpha val="41176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窗口更新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：纯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报文段，数据长度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，窗口字段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endParaRPr lang="zh-CN" altLang="en-US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0189" name="文本框 21"/>
          <p:cNvSpPr txBox="1"/>
          <p:nvPr/>
        </p:nvSpPr>
        <p:spPr>
          <a:xfrm>
            <a:off x="1042035" y="5511165"/>
            <a:ext cx="3673475" cy="675640"/>
          </a:xfrm>
          <a:prstGeom prst="rect">
            <a:avLst/>
          </a:prstGeom>
          <a:solidFill>
            <a:srgbClr val="FFC000">
              <a:alpha val="41176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窗口探测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：纯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报文段，数据长度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charset="-122"/>
              </a:rPr>
              <a:t>ACK=1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charset="-122"/>
              </a:rPr>
              <a:t>，发送方发送</a:t>
            </a:r>
            <a:endParaRPr lang="zh-CN" altLang="en-US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483485" y="4849495"/>
            <a:ext cx="2490470" cy="641350"/>
            <a:chOff x="3911" y="7637"/>
            <a:chExt cx="3922" cy="1010"/>
          </a:xfrm>
        </p:grpSpPr>
        <p:sp>
          <p:nvSpPr>
            <p:cNvPr id="18" name="下箭头 17"/>
            <p:cNvSpPr/>
            <p:nvPr/>
          </p:nvSpPr>
          <p:spPr>
            <a:xfrm>
              <a:off x="3911" y="7637"/>
              <a:ext cx="340" cy="1010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188" name="文本框 18"/>
            <p:cNvSpPr txBox="1"/>
            <p:nvPr/>
          </p:nvSpPr>
          <p:spPr>
            <a:xfrm>
              <a:off x="4251" y="7851"/>
              <a:ext cx="3582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</a:rPr>
                <a:t>考虑该报文易丢失！</a:t>
              </a:r>
              <a:endParaRPr lang="zh-CN" altLang="en-US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691380" y="3849370"/>
            <a:ext cx="2881630" cy="464820"/>
            <a:chOff x="7388" y="6062"/>
            <a:chExt cx="4538" cy="732"/>
          </a:xfrm>
        </p:grpSpPr>
        <p:cxnSp>
          <p:nvCxnSpPr>
            <p:cNvPr id="11" name="直接箭头连接符 10"/>
            <p:cNvCxnSpPr/>
            <p:nvPr/>
          </p:nvCxnSpPr>
          <p:spPr>
            <a:xfrm flipH="1">
              <a:off x="7388" y="6062"/>
              <a:ext cx="4539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prstDash val="dash"/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H="1">
              <a:off x="7388" y="6794"/>
              <a:ext cx="4539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prstDash val="dash"/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" grpId="0"/>
      <p:bldP spid="50185" grpId="0" animBg="1"/>
      <p:bldP spid="50186" grpId="0" animBg="1"/>
      <p:bldP spid="5018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014413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613535"/>
            <a:ext cx="59886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触发零窗口事件的流量控制：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实例</a:t>
            </a:r>
            <a:endParaRPr lang="en-US" altLang="zh-CN" sz="2000" b="1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2075" y="5574030"/>
            <a:ext cx="12033885" cy="958850"/>
            <a:chOff x="145" y="8778"/>
            <a:chExt cx="18951" cy="1510"/>
          </a:xfrm>
        </p:grpSpPr>
        <p:sp>
          <p:nvSpPr>
            <p:cNvPr id="6" name="矩形 5"/>
            <p:cNvSpPr/>
            <p:nvPr/>
          </p:nvSpPr>
          <p:spPr>
            <a:xfrm>
              <a:off x="145" y="8778"/>
              <a:ext cx="18951" cy="15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12" y="8961"/>
              <a:ext cx="18408" cy="11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lvl="1" indent="0">
                <a:lnSpc>
                  <a:spcPct val="120000"/>
                </a:lnSpc>
                <a:buClr>
                  <a:srgbClr val="0000FF"/>
                </a:buClr>
              </a:pP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在零窗口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zerowindow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)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通告之后，每隔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5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秒，有一个窗口探测事件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Zerowindow</a:t>
              </a:r>
              <a:r>
                <a:rPr lang="en-US" altLang="zh-CN" sz="17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Probe</a:t>
              </a:r>
              <a:r>
                <a:rPr lang="en-US" altLang="zh-CN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, 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No.153,155,157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)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由发送方主动发出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.  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在接收方的应用层提取出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数据后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, 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接收方发出窗口更新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window update, 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No.159, No.160)</a:t>
              </a:r>
              <a:endPara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5223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2193290"/>
            <a:ext cx="8617585" cy="317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57263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3.4.5 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3875" y="1687195"/>
            <a:ext cx="10806430" cy="454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糊涂窗口综合症 </a:t>
            </a:r>
            <a:r>
              <a:rPr lang="en-US" altLang="zh-CN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(Silly Window Syndrome, SWS)</a:t>
            </a:r>
            <a:endParaRPr lang="en-US" altLang="zh-CN" sz="1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定义：小的报文段在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连接上传输，导致</a:t>
            </a:r>
            <a:r>
              <a:rPr lang="zh-CN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有效数据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的通信效率低下。小报文段的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数据字段长度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远小于报文段首部长度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20+IP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首部长度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SWS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可由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连接的任何一端引起：接收方通过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纯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ACK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报文段发送小的窗口通告导致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SWS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；发送方过于积极传输缓冲区中的剩余数据导致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SWS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 sz="19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解决方案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2" indent="-342900">
              <a:lnSpc>
                <a:spcPct val="120000"/>
              </a:lnSpc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在接收方：不发送小的窗口通告。如接收算法</a:t>
            </a:r>
            <a:r>
              <a:rPr lang="en-US" altLang="zh-CN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[RFC1122]</a:t>
            </a: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要求，只有当接收缓冲区空闲空间：足够容纳一个</a:t>
            </a:r>
            <a:r>
              <a:rPr lang="en-US" altLang="zh-CN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MSS</a:t>
            </a: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的报文段或者达到总缓冲空间的一半时，才发送窗口通告   （</a:t>
            </a:r>
            <a:r>
              <a:rPr lang="en-US" altLang="zh-CN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Clark</a:t>
            </a:r>
            <a:r>
              <a:rPr lang="zh-CN" altLang="en-US" sz="1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算法）</a:t>
            </a:r>
            <a:endParaRPr lang="en-US" altLang="zh-CN" sz="19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2" indent="-342900">
              <a:lnSpc>
                <a:spcPct val="120000"/>
              </a:lnSpc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在发送方：由</a:t>
            </a:r>
            <a:r>
              <a:rPr lang="en-US" altLang="zh-CN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Nagle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控制何时发送数据，一般不发送小报文段，但在下述情况，发送方立即发送数据：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）当发送缓冲区的数据大到可以组装成一个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MSS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）当发送缓冲区的数据大到接收方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通知窗口中</a:t>
            </a:r>
            <a:r>
              <a:rPr lang="zh-CN" altLang="en-US" sz="19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最大窗口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尺寸的一半；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）发送方不在等待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ACK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、或者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Nagle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算法被禁止</a:t>
            </a:r>
            <a:endParaRPr lang="zh-CN" altLang="en-US" sz="1900" noProof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1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3.4.5 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流量控制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、拥塞控制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拓展思考题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70000" y="2146300"/>
            <a:ext cx="10212705" cy="3199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为什么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TCP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不能可靠递送纯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ACK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报文段？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仔细观察本节“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触发零窗口事件的流量控制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~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示例”，假设零窗口探测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(zerowindowProbe)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报文段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ACK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报文段为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，为什么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Q.ack != P.Seq + P.Len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？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Nagle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算法与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TCP delayed acknowledgments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有冲突，试查阅互联网解释其中原因。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内容提要：</a:t>
            </a:r>
            <a:endParaRPr lang="zh-CN" altLang="en-US" sz="2000" b="1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1020" y="2385695"/>
            <a:ext cx="6029960" cy="3599180"/>
            <a:chOff x="852" y="3757"/>
            <a:chExt cx="9496" cy="5668"/>
          </a:xfrm>
        </p:grpSpPr>
        <p:sp>
          <p:nvSpPr>
            <p:cNvPr id="10" name="矩形 9"/>
            <p:cNvSpPr/>
            <p:nvPr/>
          </p:nvSpPr>
          <p:spPr>
            <a:xfrm>
              <a:off x="852" y="3757"/>
              <a:ext cx="9497" cy="5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1.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拥塞现象</a:t>
              </a:r>
              <a:endParaRPr lang="zh-CN" altLang="en-US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2.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拥塞事件的判断方法</a:t>
              </a:r>
              <a:endParaRPr lang="zh-CN" altLang="en-US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3. TCP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拥塞控制算法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3.1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慢开始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3.2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拥塞避免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3.3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快重传</a:t>
              </a:r>
              <a:endParaRPr lang="en-US" altLang="zh-CN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3.4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快恢复</a:t>
              </a:r>
              <a:endParaRPr lang="zh-CN" altLang="en-US" sz="19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4. </a:t>
              </a:r>
              <a:r>
                <a:rPr lang="zh-CN" altLang="en-US" sz="19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问题</a:t>
              </a:r>
              <a:endParaRPr lang="zh-CN" altLang="en-US" sz="1900" noProof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" name="右大括号 7"/>
            <p:cNvSpPr/>
            <p:nvPr/>
          </p:nvSpPr>
          <p:spPr>
            <a:xfrm>
              <a:off x="3863" y="6145"/>
              <a:ext cx="371" cy="2349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375" name="文本框 2"/>
            <p:cNvSpPr txBox="1"/>
            <p:nvPr/>
          </p:nvSpPr>
          <p:spPr>
            <a:xfrm>
              <a:off x="4387" y="7005"/>
              <a:ext cx="2380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理解两张图</a:t>
              </a:r>
              <a:endPara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en-US" altLang="zh-CN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拥塞现象</a:t>
            </a:r>
            <a:endParaRPr lang="en-US" altLang="zh-CN" sz="2000" b="1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845" y="2359025"/>
            <a:ext cx="6030595" cy="2700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当多个主机端点通过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向整个网络注入数据时，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如果不对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注入数据的速率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进行控制，将导致</a:t>
            </a:r>
            <a:r>
              <a:rPr lang="zh-CN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整个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网络出现拥堵：</a:t>
            </a:r>
            <a:endParaRPr kumimoji="0" lang="en-US" altLang="zh-CN" sz="1900" b="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indent="-28575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往返</a:t>
            </a:r>
            <a:r>
              <a:rPr lang="zh-CN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延增大导致</a:t>
            </a:r>
            <a:r>
              <a:rPr lang="en-US" altLang="zh-CN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重传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，进一步增加拥堵</a:t>
            </a:r>
            <a:endParaRPr kumimoji="0" lang="en-US" altLang="zh-CN" sz="1900" b="0" kern="1200" cap="none" spc="0" normalizeH="0" baseline="0" noProof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indent="-28575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中间路由器的缓冲容量有限。当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数据报的到达率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持续超过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发出率时，中间路由器的缓冲变满</a:t>
            </a:r>
            <a:r>
              <a:rPr lang="en-US" altLang="zh-CN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只好丢弃新进的数据包，导致</a:t>
            </a:r>
            <a:r>
              <a:rPr lang="en-US" altLang="zh-CN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1900" noProof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重传</a:t>
            </a:r>
            <a:r>
              <a:rPr lang="zh-CN" altLang="en-US" sz="19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900" noProof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60421" name="Object 3"/>
          <p:cNvGraphicFramePr>
            <a:graphicFrameLocks noChangeAspect="1"/>
          </p:cNvGraphicFramePr>
          <p:nvPr/>
        </p:nvGraphicFramePr>
        <p:xfrm>
          <a:off x="6638925" y="1633855"/>
          <a:ext cx="5147945" cy="3681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213600" imgH="5168900" progId="Visio.Drawing.11">
                  <p:embed/>
                </p:oleObj>
              </mc:Choice>
              <mc:Fallback>
                <p:oleObj name="" r:id="rId1" imgW="7213600" imgH="5168900" progId="Visio.Drawing.11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38925" y="1633855"/>
                        <a:ext cx="5147945" cy="3681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92075" y="5574030"/>
            <a:ext cx="12033250" cy="958850"/>
            <a:chOff x="145" y="8778"/>
            <a:chExt cx="18950" cy="1510"/>
          </a:xfrm>
        </p:grpSpPr>
        <p:sp>
          <p:nvSpPr>
            <p:cNvPr id="6" name="矩形 5"/>
            <p:cNvSpPr/>
            <p:nvPr/>
          </p:nvSpPr>
          <p:spPr>
            <a:xfrm>
              <a:off x="145" y="8778"/>
              <a:ext cx="18951" cy="15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17" y="8916"/>
              <a:ext cx="18408" cy="11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lvl="1" indent="0">
                <a:lnSpc>
                  <a:spcPct val="120000"/>
                </a:lnSpc>
                <a:buClr>
                  <a:srgbClr val="0000FF"/>
                </a:buClr>
              </a:pP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需要在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协议中增加拥塞控制，</a:t>
              </a:r>
              <a:r>
                <a:rPr lang="zh-CN" altLang="en-US" sz="1700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及时感知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网络的</a:t>
              </a:r>
              <a:r>
                <a:rPr lang="zh-CN" altLang="en-US" sz="1700" u="sng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拥堵和顺畅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情况，</a:t>
              </a:r>
              <a:r>
                <a:rPr lang="zh-CN" altLang="en-US" sz="17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自适应地</a:t>
              </a:r>
              <a:r>
                <a:rPr lang="zh-CN" altLang="en-US" sz="1700" u="sng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减少和增加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向网络注入数据的速率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感知网络拥塞：丢包计数、度量往返时延、</a:t>
              </a:r>
              <a:r>
                <a:rPr lang="en-US" altLang="zh-CN" sz="17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ECN (Explicit Congestion Notification)</a:t>
              </a:r>
              <a:endParaRPr lang="zh-CN" altLang="en-US" sz="17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  <p:bldP spid="10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en-US" altLang="zh-CN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37845" y="2359025"/>
            <a:ext cx="10864850" cy="2913380"/>
            <a:chOff x="847" y="3715"/>
            <a:chExt cx="17110" cy="4588"/>
          </a:xfrm>
        </p:grpSpPr>
        <p:sp>
          <p:nvSpPr>
            <p:cNvPr id="3" name="矩形 2"/>
            <p:cNvSpPr/>
            <p:nvPr/>
          </p:nvSpPr>
          <p:spPr>
            <a:xfrm>
              <a:off x="4067" y="5311"/>
              <a:ext cx="7786" cy="857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847" y="3715"/>
              <a:ext cx="17111" cy="45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indent="-342900" defTabSz="914400">
                <a:lnSpc>
                  <a:spcPct val="12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实现拥塞控制最基本手段：</a:t>
              </a:r>
              <a:r>
                <a:rPr lang="en-US" altLang="zh-CN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滑动窗口技术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12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发送数据，既要考虑接收能力，又要避免网络发生拥塞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20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发送窗口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计算      发送窗口 </a:t>
              </a:r>
              <a:r>
                <a:rPr lang="en-US" altLang="zh-CN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= Min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（通知窗口，拥塞窗口 ）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15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通知窗口</a:t>
              </a:r>
              <a:r>
                <a:rPr lang="en-US" altLang="zh-CN" sz="1900" b="1" noProof="0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rwnd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</a:t>
              </a: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接收方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允许接收的能力，来自接收方流量控制（将“通知窗口”值放在</a:t>
              </a:r>
              <a:r>
                <a:rPr lang="en-US" altLang="zh-CN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报头中，传送给发送端）</a:t>
              </a:r>
              <a:endParaRPr kumimoji="0" lang="zh-CN" altLang="en-US" sz="1900" b="0" kern="1200" cap="none" spc="0" normalizeH="0" baseline="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indent="-342900" defTabSz="914400">
                <a:lnSpc>
                  <a:spcPct val="120000"/>
                </a:lnSpc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拥塞窗口</a:t>
              </a:r>
              <a:r>
                <a:rPr lang="en-US" altLang="zh-CN" sz="1900" b="1" noProof="0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cwnd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：</a:t>
              </a:r>
              <a:r>
                <a:rPr lang="zh-CN" altLang="en-US" sz="1900" b="1" noProof="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发送方</a:t>
              </a:r>
              <a:r>
                <a:rPr lang="zh-CN" altLang="en-US" sz="19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根据网络拥塞情况得出的窗口值，来自发送方的流量控制</a:t>
              </a:r>
              <a:endParaRPr lang="zh-CN" altLang="en-US" sz="1900" noProof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/>
            </a:pPr>
            <a:r>
              <a:rPr lang="en-US" altLang="zh-CN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拥塞判定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845" y="2359025"/>
            <a:ext cx="10865485" cy="2854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重传定时器超时</a:t>
            </a:r>
            <a:endParaRPr kumimoji="0" lang="zh-CN" altLang="en-US" sz="1900" b="1" kern="1200" cap="none" spc="0" normalizeH="0" baseline="0" noProof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现在通信线路的传输质量一般都很好，因传输出差错而丢弃分组的概率是很小的（远小于 </a:t>
            </a:r>
            <a:r>
              <a:rPr lang="en-US" altLang="zh-CN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1 %</a:t>
            </a:r>
            <a:r>
              <a:rPr lang="zh-CN" altLang="en-US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）。只要出现了超时，就可以猜想网络可能出现了拥塞</a:t>
            </a:r>
            <a:r>
              <a:rPr lang="en-US" altLang="zh-CN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)</a:t>
            </a:r>
            <a:endParaRPr lang="en-US" altLang="zh-CN" sz="190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  <a:p>
            <a:pPr marR="0" lvl="1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342900" marR="0" indent="-342900" defTabSz="914400">
              <a:lnSpc>
                <a:spcPct val="12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noProof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收到三个相同（重复）的 </a:t>
            </a:r>
            <a:r>
              <a:rPr lang="en-US" altLang="zh-CN" sz="1900" b="1" noProof="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ACK</a:t>
            </a:r>
            <a:endParaRPr kumimoji="0" lang="en-US" altLang="zh-CN" sz="1900" b="1" kern="1200" cap="none" spc="0" normalizeH="0" baseline="0" noProof="0" dirty="0">
              <a:solidFill>
                <a:srgbClr val="C0000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9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个别报文段会在网络中丢失，预示可能会出现拥塞（实际未发生拥塞），因此可以尽快采取控制措施，避免拥塞</a:t>
            </a:r>
            <a:endParaRPr lang="zh-CN" altLang="en-US" sz="1900" noProof="0" dirty="0">
              <a:solidFill>
                <a:schemeClr val="tx1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</a:t>
            </a:r>
            <a:r>
              <a:rPr lang="zh-CN" altLang="en-US" sz="2000" b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拥塞控制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7845" y="2359025"/>
            <a:ext cx="5506720" cy="2076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慢开始</a:t>
            </a:r>
            <a:endParaRPr kumimoji="0" lang="en-US" altLang="zh-CN" sz="1900" kern="1200" cap="none" spc="0" normalizeH="0" baseline="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拥塞避免</a:t>
            </a:r>
            <a:endParaRPr kumimoji="0" lang="en-US" altLang="zh-CN" sz="1900" kern="1200" cap="none" spc="0" normalizeH="0" baseline="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快重传</a:t>
            </a:r>
            <a:endParaRPr kumimoji="0" lang="en-US" altLang="zh-CN" sz="1900" kern="1200" cap="none" spc="0" normalizeH="0" baseline="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+mn-cs"/>
            </a:endParaRPr>
          </a:p>
          <a:p>
            <a:pPr marL="342900" marR="0" indent="-342900" defTabSz="914400">
              <a:lnSpc>
                <a:spcPct val="15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noProof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快恢复</a:t>
            </a:r>
            <a:endParaRPr lang="zh-CN" altLang="en-US" sz="1900" noProof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0663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3175" y="1621155"/>
            <a:ext cx="5632450" cy="42627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9270" y="2387600"/>
            <a:ext cx="5506720" cy="2508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慢开始阔值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SST</a:t>
            </a: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慢开始阶段和拥塞避免阶段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的分界线，初始值有算法设定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慢开始阶段：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cwnd≤SST</a:t>
            </a: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在该阶段，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初始值为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，且每结束一个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RTT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翻倍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zh-CN" altLang="en-US" sz="17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cwnd=SST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zh-CN" altLang="en-US" sz="1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进入拥塞避免阶段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0663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3175" y="1621155"/>
            <a:ext cx="5632450" cy="42627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12334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8326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拥塞避免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0663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8510" y="1621155"/>
            <a:ext cx="5632450" cy="42627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5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23874" y="2406014"/>
            <a:ext cx="4321175" cy="3477876"/>
          </a:xfrm>
          <a:prstGeom prst="rect">
            <a:avLst/>
          </a:prstGeom>
          <a:blipFill rotWithShape="0">
            <a:blip r:embed="rId2"/>
            <a:stretch>
              <a:fillRect l="-1269" t="-1404" r="-423" b="-1053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68615" grpId="0" bldLvl="0" animBg="1"/>
      <p:bldP spid="6861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5278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快重传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9270" y="1987550"/>
            <a:ext cx="5347970" cy="3248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“快重传”规定</a:t>
            </a:r>
            <a:r>
              <a:rPr lang="zh-CN" altLang="en-US" sz="1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接收方应及时向发送方连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续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次发出对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altLang="zh-CN" sz="19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的“重复确认”，要求尽早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重传未被确认的报文</a:t>
            </a:r>
            <a:endParaRPr lang="zh-CN" altLang="en-US" sz="19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当发送方接收到重复的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ACK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时，立即重传丢失的报文段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altLang="zh-CN" sz="19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，而不必等到</a:t>
            </a:r>
            <a:r>
              <a:rPr lang="en-US" altLang="zh-CN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</a:t>
            </a:r>
            <a:r>
              <a:rPr lang="en-US" altLang="zh-CN" sz="19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的重传定时器超时才重传</a:t>
            </a:r>
            <a:endParaRPr lang="zh-CN" altLang="en-US" sz="19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en-US" altLang="zh-CN" sz="19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 Tahoe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 Reno</a:t>
            </a:r>
            <a:r>
              <a:rPr lang="zh-CN" altLang="en-US" sz="19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都支持快重传</a:t>
            </a:r>
            <a:endParaRPr lang="zh-CN" altLang="en-US" sz="19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271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2905" y="1671003"/>
            <a:ext cx="4316413" cy="435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拥塞控制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4757" name="TextBox 6"/>
          <p:cNvSpPr txBox="1"/>
          <p:nvPr/>
        </p:nvSpPr>
        <p:spPr>
          <a:xfrm>
            <a:off x="541020" y="1527810"/>
            <a:ext cx="3013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快恢复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26745" y="2316480"/>
            <a:ext cx="10293350" cy="4330700"/>
            <a:chOff x="987" y="3648"/>
            <a:chExt cx="16210" cy="6820"/>
          </a:xfrm>
        </p:grpSpPr>
        <p:sp>
          <p:nvSpPr>
            <p:cNvPr id="6" name="矩形 5"/>
            <p:cNvSpPr/>
            <p:nvPr/>
          </p:nvSpPr>
          <p:spPr>
            <a:xfrm>
              <a:off x="987" y="3648"/>
              <a:ext cx="16210" cy="6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pic>
          <p:nvPicPr>
            <p:cNvPr id="7475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109" y="3695"/>
              <a:ext cx="8886" cy="672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0" name="矩形 9"/>
          <p:cNvSpPr/>
          <p:nvPr/>
        </p:nvSpPr>
        <p:spPr>
          <a:xfrm>
            <a:off x="509270" y="1934210"/>
            <a:ext cx="8867775" cy="412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TCP Reno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版在发生拥塞事件时，将</a:t>
            </a:r>
            <a:r>
              <a:rPr lang="en-US" altLang="zh-CN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cwnd</a:t>
            </a:r>
            <a:r>
              <a:rPr lang="zh-CN" altLang="en-US" sz="19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减半，直接进入拥塞避免阶段</a:t>
            </a:r>
            <a:endParaRPr lang="zh-CN" altLang="en-US" sz="19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74757" grpId="0"/>
      <p:bldP spid="74757" grpId="1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779395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l"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TCP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窗口与流量控制、拥塞控制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拓展思考题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7619" y="1817783"/>
            <a:ext cx="100914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拥塞事件的判定是否只能通过推测报文段丢失这一事件？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在非理想情况下，慢开始的拥塞窗口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cwnd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会怎样变化？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请查阅资料回答：当发送方收到多少个重复的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，启动快重传？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4. TCP Reno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版在发生拥塞事件时，直接进入拥塞避免阶段是基于什么原因？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5.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请查阅资料，慢开始在哪些应用场景下性能低下？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</p:bldLst>
  </p:timing>
</p:sld>
</file>

<file path=ppt/tags/tag1.xml><?xml version="1.0" encoding="utf-8"?>
<p:tagLst xmlns:p="http://schemas.openxmlformats.org/presentationml/2006/main">
  <p:tag name="KSO_WM_UNIT_TABLE_BEAUTIFY" val="smartTable{fbe9c229-adc0-4615-a71f-8a910207a7d6}"/>
  <p:tag name="TABLE_ENDDRAG_ORIGIN_RECT" val="702*377"/>
  <p:tag name="TABLE_ENDDRAG_RECT" val="128*99*703*377"/>
</p:tagLst>
</file>

<file path=ppt/tags/tag2.xml><?xml version="1.0" encoding="utf-8"?>
<p:tagLst xmlns:p="http://schemas.openxmlformats.org/presentationml/2006/main">
  <p:tag name="KSO_WM_UNIT_PLACING_PICTURE_USER_VIEWPORT" val="{&quot;height&quot;:3892.4992125984249,&quot;width&quot;:5870}"/>
</p:tagLst>
</file>

<file path=ppt/tags/tag3.xml><?xml version="1.0" encoding="utf-8"?>
<p:tagLst xmlns:p="http://schemas.openxmlformats.org/presentationml/2006/main">
  <p:tag name="ISPRING_PRESENTATION_TITLE" val="0913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6849</Words>
  <Application>WPS 演示</Application>
  <PresentationFormat>宽屏</PresentationFormat>
  <Paragraphs>508</Paragraphs>
  <Slides>34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34</vt:i4>
      </vt:variant>
    </vt:vector>
  </HeadingPairs>
  <TitlesOfParts>
    <vt:vector size="67" baseType="lpstr">
      <vt:lpstr>Arial</vt:lpstr>
      <vt:lpstr>宋体</vt:lpstr>
      <vt:lpstr>Wingdings</vt:lpstr>
      <vt:lpstr>思源宋体 CN Heavy</vt:lpstr>
      <vt:lpstr>微软雅黑</vt:lpstr>
      <vt:lpstr>Century Gothic</vt:lpstr>
      <vt:lpstr>LilyUPC</vt:lpstr>
      <vt:lpstr>Microsoft Sans Serif</vt:lpstr>
      <vt:lpstr>等线</vt:lpstr>
      <vt:lpstr>Calibri</vt:lpstr>
      <vt:lpstr>方正兰亭中黑_GBK</vt:lpstr>
      <vt:lpstr>Calibri</vt:lpstr>
      <vt:lpstr>Times New Roman</vt:lpstr>
      <vt:lpstr>Times New Roman</vt:lpstr>
      <vt:lpstr>楷体</vt:lpstr>
      <vt:lpstr>字魂105号-简雅黑</vt:lpstr>
      <vt:lpstr>黑体</vt:lpstr>
      <vt:lpstr>Arial Unicode MS</vt:lpstr>
      <vt:lpstr>等线 Light</vt:lpstr>
      <vt:lpstr>Symbol</vt:lpstr>
      <vt:lpstr>Wingdings</vt:lpstr>
      <vt:lpstr>Office 主题​​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杨韩冰</cp:lastModifiedBy>
  <cp:revision>580</cp:revision>
  <dcterms:created xsi:type="dcterms:W3CDTF">2017-09-08T08:49:00Z</dcterms:created>
  <dcterms:modified xsi:type="dcterms:W3CDTF">2025-04-24T08:59:54Z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2C83AA1690504007A94D4F7699B9BE0A_12</vt:lpwstr>
  </property>
</Properties>
</file>