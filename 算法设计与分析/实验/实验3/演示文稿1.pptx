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6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37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2"/>
        <p:guide pos="378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2578100" y="2924175"/>
            <a:ext cx="1341755" cy="100965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 b="1">
                <a:solidFill>
                  <a:schemeClr val="tx2"/>
                </a:solidFill>
              </a:rPr>
              <a:t>C</a:t>
            </a:r>
            <a:endParaRPr lang="en-US" altLang="zh-CN" sz="4400" b="1">
              <a:solidFill>
                <a:schemeClr val="tx2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864860" y="2861310"/>
            <a:ext cx="1341755" cy="100965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 sz="4400" b="1">
                <a:solidFill>
                  <a:schemeClr val="tx2"/>
                </a:solidFill>
              </a:rPr>
              <a:t>D</a:t>
            </a:r>
            <a:endParaRPr lang="en-US" altLang="zh-CN" sz="4400" b="1">
              <a:solidFill>
                <a:schemeClr val="tx2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206875" y="2110740"/>
            <a:ext cx="1341755" cy="10096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 b="1">
                <a:solidFill>
                  <a:schemeClr val="tx2"/>
                </a:solidFill>
              </a:rPr>
              <a:t>A</a:t>
            </a:r>
            <a:endParaRPr lang="en-US" altLang="zh-CN" sz="4400" b="1">
              <a:solidFill>
                <a:schemeClr val="tx2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206875" y="3120390"/>
            <a:ext cx="1341755" cy="100965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 sz="4400" b="1">
                <a:solidFill>
                  <a:schemeClr val="tx2"/>
                </a:solidFill>
              </a:rPr>
              <a:t>B</a:t>
            </a:r>
            <a:endParaRPr lang="en-US" altLang="zh-CN" sz="4400" b="1">
              <a:solidFill>
                <a:schemeClr val="tx2"/>
              </a:solidFill>
            </a:endParaRPr>
          </a:p>
        </p:txBody>
      </p:sp>
      <p:sp>
        <p:nvSpPr>
          <p:cNvPr id="9" name="上下箭头 8"/>
          <p:cNvSpPr/>
          <p:nvPr/>
        </p:nvSpPr>
        <p:spPr>
          <a:xfrm>
            <a:off x="4839335" y="2861310"/>
            <a:ext cx="76200" cy="526415"/>
          </a:xfrm>
          <a:prstGeom prst="up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左右箭头 9"/>
          <p:cNvSpPr/>
          <p:nvPr/>
        </p:nvSpPr>
        <p:spPr>
          <a:xfrm>
            <a:off x="3663315" y="3204845"/>
            <a:ext cx="2581910" cy="124460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477375" y="751840"/>
            <a:ext cx="219202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 b="1">
                <a:solidFill>
                  <a:schemeClr val="tx2"/>
                </a:solidFill>
              </a:rPr>
              <a:t>不存在！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4173220" y="365760"/>
            <a:ext cx="1553845" cy="3359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2"/>
                </a:solidFill>
              </a:rPr>
              <a:t>生成</a:t>
            </a:r>
            <a:r>
              <a:rPr lang="en-US" altLang="zh-CN">
                <a:solidFill>
                  <a:schemeClr val="tx2"/>
                </a:solidFill>
              </a:rPr>
              <a:t>n</a:t>
            </a:r>
            <a:r>
              <a:rPr lang="zh-CN" altLang="en-US">
                <a:solidFill>
                  <a:schemeClr val="tx2"/>
                </a:solidFill>
              </a:rPr>
              <a:t>个点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173220" y="1054735"/>
            <a:ext cx="1553845" cy="3295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2"/>
                </a:solidFill>
              </a:rPr>
              <a:t>生成</a:t>
            </a:r>
            <a:r>
              <a:rPr lang="en-US" altLang="zh-CN">
                <a:solidFill>
                  <a:schemeClr val="tx2"/>
                </a:solidFill>
              </a:rPr>
              <a:t>m</a:t>
            </a:r>
            <a:r>
              <a:rPr lang="zh-CN" altLang="en-US">
                <a:solidFill>
                  <a:schemeClr val="tx2"/>
                </a:solidFill>
              </a:rPr>
              <a:t>条边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105275" y="1730375"/>
            <a:ext cx="1831975" cy="6165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2"/>
                </a:solidFill>
              </a:rPr>
              <a:t>随机生成两个点的编号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7" name="菱形 6"/>
          <p:cNvSpPr/>
          <p:nvPr/>
        </p:nvSpPr>
        <p:spPr>
          <a:xfrm>
            <a:off x="3477260" y="2693035"/>
            <a:ext cx="3002915" cy="1146175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2"/>
                </a:solidFill>
              </a:rPr>
              <a:t>两个点是否相同或者已相同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123690" y="4262120"/>
            <a:ext cx="1603375" cy="4114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2"/>
                </a:solidFill>
              </a:rPr>
              <a:t>生成一条边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9" name="菱形 8"/>
          <p:cNvSpPr/>
          <p:nvPr/>
        </p:nvSpPr>
        <p:spPr>
          <a:xfrm>
            <a:off x="3535045" y="4959985"/>
            <a:ext cx="2888615" cy="812165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2"/>
                </a:solidFill>
              </a:rPr>
              <a:t>此边是否与其他边相交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228465" y="6209030"/>
            <a:ext cx="1528445" cy="4686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2"/>
                </a:solidFill>
              </a:rPr>
              <a:t>加入边集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13" name="下箭头 12"/>
          <p:cNvSpPr/>
          <p:nvPr/>
        </p:nvSpPr>
        <p:spPr>
          <a:xfrm>
            <a:off x="4921250" y="700405"/>
            <a:ext cx="75565" cy="36576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4943475" y="1358265"/>
            <a:ext cx="75565" cy="36576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4921250" y="2353310"/>
            <a:ext cx="75565" cy="41719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4921250" y="3844925"/>
            <a:ext cx="75565" cy="41719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4921250" y="4607560"/>
            <a:ext cx="75565" cy="417195"/>
          </a:xfrm>
          <a:prstGeom prst="downArrow">
            <a:avLst>
              <a:gd name="adj1" fmla="val 32773"/>
              <a:gd name="adj2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4943475" y="5769610"/>
            <a:ext cx="75565" cy="41719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826000" y="3866515"/>
            <a:ext cx="654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>
                <a:solidFill>
                  <a:schemeClr val="tx2"/>
                </a:solidFill>
              </a:rPr>
              <a:t>No</a:t>
            </a:r>
            <a:endParaRPr lang="en-US" altLang="zh-CN">
              <a:solidFill>
                <a:schemeClr val="tx2"/>
              </a:solidFill>
            </a:endParaRPr>
          </a:p>
        </p:txBody>
      </p:sp>
      <p:cxnSp>
        <p:nvCxnSpPr>
          <p:cNvPr id="22" name="肘形连接符 21"/>
          <p:cNvCxnSpPr/>
          <p:nvPr/>
        </p:nvCxnSpPr>
        <p:spPr>
          <a:xfrm flipH="1" flipV="1">
            <a:off x="5937250" y="2038985"/>
            <a:ext cx="543560" cy="1227455"/>
          </a:xfrm>
          <a:prstGeom prst="bentConnector3">
            <a:avLst>
              <a:gd name="adj1" fmla="val -271612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6539865" y="2964815"/>
            <a:ext cx="654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>
                <a:solidFill>
                  <a:schemeClr val="tx2"/>
                </a:solidFill>
              </a:rPr>
              <a:t>Yes</a:t>
            </a:r>
            <a:endParaRPr lang="en-US" altLang="zh-CN">
              <a:solidFill>
                <a:schemeClr val="tx2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921250" y="5777865"/>
            <a:ext cx="654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>
                <a:solidFill>
                  <a:schemeClr val="tx2"/>
                </a:solidFill>
              </a:rPr>
              <a:t>No</a:t>
            </a:r>
            <a:endParaRPr lang="en-US" altLang="zh-CN">
              <a:solidFill>
                <a:schemeClr val="tx2"/>
              </a:solidFill>
            </a:endParaRPr>
          </a:p>
        </p:txBody>
      </p:sp>
      <p:cxnSp>
        <p:nvCxnSpPr>
          <p:cNvPr id="25" name="肘形连接符 24"/>
          <p:cNvCxnSpPr/>
          <p:nvPr/>
        </p:nvCxnSpPr>
        <p:spPr>
          <a:xfrm flipH="1" flipV="1">
            <a:off x="5937250" y="2038985"/>
            <a:ext cx="459740" cy="3362960"/>
          </a:xfrm>
          <a:prstGeom prst="bentConnector4">
            <a:avLst>
              <a:gd name="adj1" fmla="val -460635"/>
              <a:gd name="adj2" fmla="val 102662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6539865" y="5024755"/>
            <a:ext cx="654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>
                <a:solidFill>
                  <a:schemeClr val="tx2"/>
                </a:solidFill>
              </a:rPr>
              <a:t>Yes</a:t>
            </a:r>
            <a:endParaRPr lang="en-US" altLang="zh-CN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1363980" y="1073150"/>
            <a:ext cx="803275" cy="84772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>
                <a:solidFill>
                  <a:schemeClr val="bg1"/>
                </a:solidFill>
              </a:rPr>
              <a:t>1</a:t>
            </a:r>
            <a:endParaRPr lang="en-US" altLang="zh-CN" sz="4400">
              <a:solidFill>
                <a:schemeClr val="bg1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2656840" y="1073150"/>
            <a:ext cx="803275" cy="84772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>
                <a:solidFill>
                  <a:schemeClr val="bg1"/>
                </a:solidFill>
              </a:rPr>
              <a:t>2</a:t>
            </a:r>
            <a:endParaRPr lang="en-US" altLang="zh-CN" sz="4400">
              <a:solidFill>
                <a:schemeClr val="bg1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4004945" y="1073150"/>
            <a:ext cx="803275" cy="84772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>
                <a:solidFill>
                  <a:schemeClr val="bg1"/>
                </a:solidFill>
              </a:rPr>
              <a:t>3</a:t>
            </a:r>
            <a:endParaRPr lang="en-US" altLang="zh-CN" sz="4400">
              <a:solidFill>
                <a:schemeClr val="bg1"/>
              </a:solidFill>
            </a:endParaRPr>
          </a:p>
        </p:txBody>
      </p:sp>
      <p:cxnSp>
        <p:nvCxnSpPr>
          <p:cNvPr id="8" name="直接连接符 7"/>
          <p:cNvCxnSpPr>
            <a:stCxn id="5" idx="6"/>
            <a:endCxn id="6" idx="2"/>
          </p:cNvCxnSpPr>
          <p:nvPr/>
        </p:nvCxnSpPr>
        <p:spPr>
          <a:xfrm>
            <a:off x="2167255" y="1497330"/>
            <a:ext cx="489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6" idx="6"/>
          </p:cNvCxnSpPr>
          <p:nvPr/>
        </p:nvCxnSpPr>
        <p:spPr>
          <a:xfrm>
            <a:off x="3460115" y="1497330"/>
            <a:ext cx="555625" cy="5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1358900" y="2581275"/>
            <a:ext cx="803275" cy="84772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>
                <a:solidFill>
                  <a:schemeClr val="bg1"/>
                </a:solidFill>
              </a:rPr>
              <a:t>1</a:t>
            </a:r>
            <a:endParaRPr lang="en-US" altLang="zh-CN" sz="4400">
              <a:solidFill>
                <a:schemeClr val="bg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651760" y="2581275"/>
            <a:ext cx="803275" cy="84772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>
                <a:solidFill>
                  <a:schemeClr val="bg1"/>
                </a:solidFill>
              </a:rPr>
              <a:t>2</a:t>
            </a:r>
            <a:endParaRPr lang="en-US" altLang="zh-CN" sz="4400">
              <a:solidFill>
                <a:schemeClr val="bg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999865" y="2581275"/>
            <a:ext cx="803275" cy="84772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>
                <a:solidFill>
                  <a:schemeClr val="bg1"/>
                </a:solidFill>
              </a:rPr>
              <a:t>3</a:t>
            </a:r>
            <a:endParaRPr lang="en-US" altLang="zh-CN" sz="4400">
              <a:solidFill>
                <a:schemeClr val="bg1"/>
              </a:solidFill>
            </a:endParaRPr>
          </a:p>
        </p:txBody>
      </p:sp>
      <p:cxnSp>
        <p:nvCxnSpPr>
          <p:cNvPr id="13" name="直接连接符 12"/>
          <p:cNvCxnSpPr>
            <a:stCxn id="10" idx="6"/>
            <a:endCxn id="11" idx="2"/>
          </p:cNvCxnSpPr>
          <p:nvPr/>
        </p:nvCxnSpPr>
        <p:spPr>
          <a:xfrm>
            <a:off x="2162175" y="3005455"/>
            <a:ext cx="489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11" idx="6"/>
          </p:cNvCxnSpPr>
          <p:nvPr/>
        </p:nvCxnSpPr>
        <p:spPr>
          <a:xfrm>
            <a:off x="3455035" y="3005455"/>
            <a:ext cx="555625" cy="5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6095365" y="1624330"/>
            <a:ext cx="803275" cy="84772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/>
              <a:t>1</a:t>
            </a:r>
            <a:endParaRPr lang="en-US" altLang="zh-CN" sz="4400"/>
          </a:p>
        </p:txBody>
      </p:sp>
      <p:sp>
        <p:nvSpPr>
          <p:cNvPr id="16" name="椭圆 15"/>
          <p:cNvSpPr/>
          <p:nvPr/>
        </p:nvSpPr>
        <p:spPr>
          <a:xfrm>
            <a:off x="7383145" y="1624330"/>
            <a:ext cx="803275" cy="84772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/>
              <a:t>2</a:t>
            </a:r>
            <a:endParaRPr lang="en-US" altLang="zh-CN" sz="4400"/>
          </a:p>
        </p:txBody>
      </p:sp>
      <p:sp>
        <p:nvSpPr>
          <p:cNvPr id="17" name="椭圆 16"/>
          <p:cNvSpPr/>
          <p:nvPr/>
        </p:nvSpPr>
        <p:spPr>
          <a:xfrm>
            <a:off x="8731250" y="1624330"/>
            <a:ext cx="803275" cy="84772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/>
              <a:t>3</a:t>
            </a:r>
            <a:endParaRPr lang="en-US" altLang="zh-CN" sz="4400"/>
          </a:p>
        </p:txBody>
      </p:sp>
      <p:cxnSp>
        <p:nvCxnSpPr>
          <p:cNvPr id="18" name="直接连接符 17"/>
          <p:cNvCxnSpPr>
            <a:stCxn id="15" idx="6"/>
            <a:endCxn id="16" idx="2"/>
          </p:cNvCxnSpPr>
          <p:nvPr/>
        </p:nvCxnSpPr>
        <p:spPr>
          <a:xfrm>
            <a:off x="6898640" y="2048510"/>
            <a:ext cx="4845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16" idx="6"/>
          </p:cNvCxnSpPr>
          <p:nvPr/>
        </p:nvCxnSpPr>
        <p:spPr>
          <a:xfrm>
            <a:off x="8186420" y="2048510"/>
            <a:ext cx="555625" cy="5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椭圆 4"/>
          <p:cNvSpPr/>
          <p:nvPr/>
        </p:nvSpPr>
        <p:spPr>
          <a:xfrm>
            <a:off x="3547110" y="1579880"/>
            <a:ext cx="195580" cy="20383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2"/>
                </a:solidFill>
              </a:rPr>
              <a:t>D</a:t>
            </a:r>
            <a:endParaRPr lang="en-US" altLang="zh-CN" sz="1400">
              <a:solidFill>
                <a:schemeClr val="tx2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3031490" y="2023745"/>
            <a:ext cx="195580" cy="20383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2"/>
                </a:solidFill>
              </a:rPr>
              <a:t>B</a:t>
            </a:r>
            <a:endParaRPr lang="en-US" altLang="zh-CN" sz="1400">
              <a:solidFill>
                <a:schemeClr val="tx2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3031490" y="1214120"/>
            <a:ext cx="195580" cy="20383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2"/>
                </a:solidFill>
              </a:rPr>
              <a:t>A</a:t>
            </a:r>
            <a:endParaRPr lang="en-US" altLang="zh-CN" sz="1200">
              <a:solidFill>
                <a:schemeClr val="tx2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2556510" y="1579880"/>
            <a:ext cx="195580" cy="20383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2"/>
                </a:solidFill>
              </a:rPr>
              <a:t>C</a:t>
            </a:r>
            <a:endParaRPr lang="en-US" altLang="zh-CN" sz="1400">
              <a:solidFill>
                <a:schemeClr val="tx2"/>
              </a:solidFill>
            </a:endParaRPr>
          </a:p>
        </p:txBody>
      </p:sp>
      <p:cxnSp>
        <p:nvCxnSpPr>
          <p:cNvPr id="10" name="直接连接符 9"/>
          <p:cNvCxnSpPr>
            <a:stCxn id="9" idx="6"/>
            <a:endCxn id="5" idx="2"/>
          </p:cNvCxnSpPr>
          <p:nvPr/>
        </p:nvCxnSpPr>
        <p:spPr>
          <a:xfrm>
            <a:off x="2752090" y="1682115"/>
            <a:ext cx="7950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8" idx="4"/>
            <a:endCxn id="7" idx="0"/>
          </p:cNvCxnSpPr>
          <p:nvPr/>
        </p:nvCxnSpPr>
        <p:spPr>
          <a:xfrm>
            <a:off x="3129280" y="1417955"/>
            <a:ext cx="0" cy="6057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8" idx="4"/>
            <a:endCxn id="9" idx="7"/>
          </p:cNvCxnSpPr>
          <p:nvPr/>
        </p:nvCxnSpPr>
        <p:spPr>
          <a:xfrm flipH="1">
            <a:off x="2723515" y="1417955"/>
            <a:ext cx="405765" cy="19177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endCxn id="5" idx="1"/>
          </p:cNvCxnSpPr>
          <p:nvPr/>
        </p:nvCxnSpPr>
        <p:spPr>
          <a:xfrm>
            <a:off x="3128645" y="1420495"/>
            <a:ext cx="447040" cy="18923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049395" y="368935"/>
            <a:ext cx="1788795" cy="93853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l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向量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AB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，向量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，向量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叉积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K1=AB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3683000" y="1264920"/>
                <a:ext cx="1571625" cy="3155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solidFill>
                            <a:schemeClr val="tx1"/>
                          </a:solidFill>
                          <a:uFillTx/>
                          <a:latin typeface="Cambria Math" panose="02040503050406030204" charset="0"/>
                          <a:cs typeface="Cambria Math" panose="02040503050406030204" charset="0"/>
                        </a:rPr>
                        <m:t>𝐾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uFillTx/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uFillTx/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1200" b="1" i="1">
                          <a:solidFill>
                            <a:schemeClr val="tx1"/>
                          </a:solidFill>
                          <a:uFillTx/>
                          <a:latin typeface="Cambria Math" panose="02040503050406030204" charset="0"/>
                          <a:cs typeface="Cambria Math" panose="02040503050406030204" charset="0"/>
                        </a:rPr>
                        <m:t>𝑨𝑩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uFillTx/>
                          <a:latin typeface="Cambria Math" panose="02040503050406030204" charset="0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sz="1200" b="1" i="1">
                          <a:solidFill>
                            <a:schemeClr val="tx1"/>
                          </a:solidFill>
                          <a:uFillTx/>
                          <a:latin typeface="Cambria Math" panose="02040503050406030204" charset="0"/>
                          <a:cs typeface="Cambria Math" panose="02040503050406030204" charset="0"/>
                        </a:rPr>
                        <m:t>𝑨𝑪</m:t>
                      </m:r>
                    </m:oMath>
                  </m:oMathPara>
                </a14:m>
                <a:endParaRPr lang="en-US" altLang="zh-CN" sz="1200" i="1">
                  <a:solidFill>
                    <a:schemeClr val="tx1"/>
                  </a:solidFill>
                  <a:uFillTx/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altLang="zh-CN" sz="1200" i="1">
                  <a:solidFill>
                    <a:schemeClr val="tx1"/>
                  </a:solidFill>
                  <a:uFillTx/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0" y="1264920"/>
                <a:ext cx="1571625" cy="315595"/>
              </a:xfrm>
              <a:prstGeom prst="rect">
                <a:avLst/>
              </a:prstGeom>
              <a:blipFill rotWithShape="1">
                <a:blip r:embed="rId1"/>
                <a:stretch>
                  <a:fillRect b="-303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3742690" y="1543685"/>
                <a:ext cx="1428750" cy="27559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solidFill>
                            <a:schemeClr val="tx1"/>
                          </a:solidFill>
                          <a:uFillTx/>
                          <a:latin typeface="Cambria Math" panose="02040503050406030204" charset="0"/>
                          <a:cs typeface="Cambria Math" panose="02040503050406030204" charset="0"/>
                        </a:rPr>
                        <m:t>𝐾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uFillTx/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uFillTx/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1200" b="1" i="1">
                          <a:solidFill>
                            <a:schemeClr val="tx1"/>
                          </a:solidFill>
                          <a:uFillTx/>
                          <a:latin typeface="Cambria Math" panose="02040503050406030204" charset="0"/>
                          <a:cs typeface="Cambria Math" panose="02040503050406030204" charset="0"/>
                        </a:rPr>
                        <m:t>𝑨𝑩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uFillTx/>
                          <a:latin typeface="Cambria Math" panose="02040503050406030204" charset="0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sz="1200" b="1" i="1">
                          <a:solidFill>
                            <a:schemeClr val="tx1"/>
                          </a:solidFill>
                          <a:uFillTx/>
                          <a:latin typeface="Cambria Math" panose="02040503050406030204" charset="0"/>
                          <a:cs typeface="Cambria Math" panose="02040503050406030204" charset="0"/>
                        </a:rPr>
                        <m:t>𝑨𝑫</m:t>
                      </m:r>
                    </m:oMath>
                  </m:oMathPara>
                </a14:m>
                <a:endParaRPr lang="en-US" altLang="zh-CN" sz="1200" b="1" i="1">
                  <a:solidFill>
                    <a:schemeClr val="tx1"/>
                  </a:solidFill>
                  <a:uFillTx/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2690" y="1543685"/>
                <a:ext cx="1428750" cy="27559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/>
          <p:cNvSpPr txBox="1"/>
          <p:nvPr/>
        </p:nvSpPr>
        <p:spPr>
          <a:xfrm>
            <a:off x="3869055" y="1819275"/>
            <a:ext cx="1676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相交条件：</a:t>
            </a:r>
            <a:r>
              <a:rPr lang="en-US" altLang="zh-CN" sz="1000">
                <a:solidFill>
                  <a:srgbClr val="FF0000"/>
                </a:solidFill>
              </a:rPr>
              <a:t>K1</a:t>
            </a:r>
            <a:r>
              <a:rPr lang="zh-CN" altLang="en-US" sz="1000">
                <a:solidFill>
                  <a:srgbClr val="FF0000"/>
                </a:solidFill>
              </a:rPr>
              <a:t>和</a:t>
            </a:r>
            <a:r>
              <a:rPr lang="en-US" altLang="zh-CN" sz="1000">
                <a:solidFill>
                  <a:srgbClr val="FF0000"/>
                </a:solidFill>
              </a:rPr>
              <a:t>K2</a:t>
            </a:r>
            <a:r>
              <a:rPr lang="zh-CN" altLang="en-US" sz="1000">
                <a:solidFill>
                  <a:srgbClr val="FF0000"/>
                </a:solidFill>
              </a:rPr>
              <a:t>异号！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21" name="椭圆 20"/>
          <p:cNvSpPr/>
          <p:nvPr/>
        </p:nvSpPr>
        <p:spPr>
          <a:xfrm>
            <a:off x="3060700" y="3693160"/>
            <a:ext cx="195580" cy="20383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2"/>
                </a:solidFill>
              </a:rPr>
              <a:t>B</a:t>
            </a:r>
            <a:endParaRPr lang="en-US" altLang="zh-CN" sz="1400">
              <a:solidFill>
                <a:schemeClr val="tx2"/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3060700" y="2756535"/>
            <a:ext cx="195580" cy="20383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2"/>
                </a:solidFill>
              </a:rPr>
              <a:t>A</a:t>
            </a:r>
            <a:endParaRPr lang="en-US" altLang="zh-CN" sz="1200">
              <a:solidFill>
                <a:schemeClr val="tx2"/>
              </a:solidFill>
            </a:endParaRPr>
          </a:p>
        </p:txBody>
      </p:sp>
      <p:cxnSp>
        <p:nvCxnSpPr>
          <p:cNvPr id="23" name="直接箭头连接符 22"/>
          <p:cNvCxnSpPr>
            <a:stCxn id="22" idx="4"/>
            <a:endCxn id="21" idx="0"/>
          </p:cNvCxnSpPr>
          <p:nvPr/>
        </p:nvCxnSpPr>
        <p:spPr>
          <a:xfrm>
            <a:off x="3158490" y="2960370"/>
            <a:ext cx="0" cy="7327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椭圆 23"/>
          <p:cNvSpPr/>
          <p:nvPr/>
        </p:nvSpPr>
        <p:spPr>
          <a:xfrm>
            <a:off x="3060700" y="3224530"/>
            <a:ext cx="195580" cy="20383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2"/>
                </a:solidFill>
              </a:rPr>
              <a:t>C</a:t>
            </a:r>
            <a:endParaRPr lang="en-US" altLang="zh-CN" sz="1400">
              <a:solidFill>
                <a:schemeClr val="tx2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742690" y="3225165"/>
            <a:ext cx="195580" cy="20383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2"/>
                </a:solidFill>
              </a:rPr>
              <a:t>D</a:t>
            </a:r>
            <a:endParaRPr lang="en-US" altLang="zh-CN" sz="1400">
              <a:solidFill>
                <a:schemeClr val="tx2"/>
              </a:solidFill>
            </a:endParaRPr>
          </a:p>
        </p:txBody>
      </p:sp>
      <p:cxnSp>
        <p:nvCxnSpPr>
          <p:cNvPr id="26" name="直接箭头连接符 25"/>
          <p:cNvCxnSpPr>
            <a:stCxn id="24" idx="0"/>
            <a:endCxn id="22" idx="4"/>
          </p:cNvCxnSpPr>
          <p:nvPr/>
        </p:nvCxnSpPr>
        <p:spPr>
          <a:xfrm flipV="1">
            <a:off x="3158490" y="2960370"/>
            <a:ext cx="0" cy="264160"/>
          </a:xfrm>
          <a:prstGeom prst="straightConnector1">
            <a:avLst/>
          </a:prstGeom>
          <a:ln w="12700" cap="flat" cmpd="sng" algn="ctr">
            <a:solidFill>
              <a:srgbClr val="00B05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22" idx="4"/>
            <a:endCxn id="25" idx="1"/>
          </p:cNvCxnSpPr>
          <p:nvPr/>
        </p:nvCxnSpPr>
        <p:spPr>
          <a:xfrm>
            <a:off x="3158490" y="2960370"/>
            <a:ext cx="612775" cy="29464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4413885" y="3725545"/>
            <a:ext cx="195580" cy="20383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2"/>
                </a:solidFill>
              </a:rPr>
              <a:t>B</a:t>
            </a:r>
            <a:endParaRPr lang="en-US" altLang="zh-CN" sz="1400">
              <a:solidFill>
                <a:schemeClr val="tx2"/>
              </a:solidFill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4587240" y="2734310"/>
            <a:ext cx="195580" cy="20383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2"/>
                </a:solidFill>
              </a:rPr>
              <a:t>A</a:t>
            </a:r>
            <a:endParaRPr lang="en-US" altLang="zh-CN" sz="1200">
              <a:solidFill>
                <a:schemeClr val="tx2"/>
              </a:solidFill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4587240" y="3244850"/>
            <a:ext cx="195580" cy="20383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2"/>
                </a:solidFill>
              </a:rPr>
              <a:t>C</a:t>
            </a:r>
            <a:endParaRPr lang="en-US" altLang="zh-CN" sz="1400">
              <a:solidFill>
                <a:schemeClr val="tx2"/>
              </a:solidFill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5269230" y="3202940"/>
            <a:ext cx="195580" cy="20383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2"/>
                </a:solidFill>
              </a:rPr>
              <a:t>D</a:t>
            </a:r>
            <a:endParaRPr lang="en-US" altLang="zh-CN" sz="1400">
              <a:solidFill>
                <a:schemeClr val="tx2"/>
              </a:solidFill>
            </a:endParaRPr>
          </a:p>
        </p:txBody>
      </p:sp>
      <p:cxnSp>
        <p:nvCxnSpPr>
          <p:cNvPr id="33" name="直接箭头连接符 32"/>
          <p:cNvCxnSpPr>
            <a:stCxn id="31" idx="0"/>
            <a:endCxn id="29" idx="4"/>
          </p:cNvCxnSpPr>
          <p:nvPr/>
        </p:nvCxnSpPr>
        <p:spPr>
          <a:xfrm flipV="1">
            <a:off x="4685030" y="2938145"/>
            <a:ext cx="0" cy="306705"/>
          </a:xfrm>
          <a:prstGeom prst="straightConnector1">
            <a:avLst/>
          </a:prstGeom>
          <a:ln w="12700" cap="flat" cmpd="sng" algn="ctr">
            <a:solidFill>
              <a:srgbClr val="00B05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29" idx="4"/>
            <a:endCxn id="32" idx="1"/>
          </p:cNvCxnSpPr>
          <p:nvPr/>
        </p:nvCxnSpPr>
        <p:spPr>
          <a:xfrm>
            <a:off x="4685030" y="2938145"/>
            <a:ext cx="612775" cy="29464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H="1">
            <a:off x="4544695" y="3406775"/>
            <a:ext cx="177165" cy="3784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椭圆 35"/>
          <p:cNvSpPr/>
          <p:nvPr/>
        </p:nvSpPr>
        <p:spPr>
          <a:xfrm>
            <a:off x="6269990" y="3725545"/>
            <a:ext cx="195580" cy="20383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2"/>
                </a:solidFill>
              </a:rPr>
              <a:t>B</a:t>
            </a:r>
            <a:endParaRPr lang="en-US" altLang="zh-CN" sz="1400">
              <a:solidFill>
                <a:schemeClr val="tx2"/>
              </a:solidFill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5913120" y="2752725"/>
            <a:ext cx="195580" cy="20383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2"/>
                </a:solidFill>
              </a:rPr>
              <a:t>A</a:t>
            </a:r>
            <a:endParaRPr lang="en-US" altLang="zh-CN" sz="1200">
              <a:solidFill>
                <a:schemeClr val="tx2"/>
              </a:solidFill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5913120" y="3263265"/>
            <a:ext cx="195580" cy="20383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2"/>
                </a:solidFill>
              </a:rPr>
              <a:t>C</a:t>
            </a:r>
            <a:endParaRPr lang="en-US" altLang="zh-CN" sz="1400">
              <a:solidFill>
                <a:schemeClr val="tx2"/>
              </a:solidFill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6595110" y="3221355"/>
            <a:ext cx="195580" cy="20383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2"/>
                </a:solidFill>
              </a:rPr>
              <a:t>D</a:t>
            </a:r>
            <a:endParaRPr lang="en-US" altLang="zh-CN" sz="1400">
              <a:solidFill>
                <a:schemeClr val="tx2"/>
              </a:solidFill>
            </a:endParaRPr>
          </a:p>
        </p:txBody>
      </p:sp>
      <p:cxnSp>
        <p:nvCxnSpPr>
          <p:cNvPr id="40" name="直接箭头连接符 39"/>
          <p:cNvCxnSpPr>
            <a:stCxn id="38" idx="0"/>
            <a:endCxn id="37" idx="4"/>
          </p:cNvCxnSpPr>
          <p:nvPr/>
        </p:nvCxnSpPr>
        <p:spPr>
          <a:xfrm flipV="1">
            <a:off x="6010910" y="2956560"/>
            <a:ext cx="0" cy="306705"/>
          </a:xfrm>
          <a:prstGeom prst="straightConnector1">
            <a:avLst/>
          </a:prstGeom>
          <a:ln w="12700" cap="flat" cmpd="sng" algn="ctr">
            <a:solidFill>
              <a:srgbClr val="00B05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37" idx="4"/>
            <a:endCxn id="39" idx="1"/>
          </p:cNvCxnSpPr>
          <p:nvPr/>
        </p:nvCxnSpPr>
        <p:spPr>
          <a:xfrm>
            <a:off x="6010910" y="2956560"/>
            <a:ext cx="612775" cy="29464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38" idx="4"/>
            <a:endCxn id="36" idx="1"/>
          </p:cNvCxnSpPr>
          <p:nvPr/>
        </p:nvCxnSpPr>
        <p:spPr>
          <a:xfrm>
            <a:off x="6010910" y="3467100"/>
            <a:ext cx="287655" cy="2882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2979420" y="446659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向量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和向量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CB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要满足两个向量点积大于等于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</a:t>
            </a:r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⋅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CB&lt;=0,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即两个向量夹角为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180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度或钝角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/>
          <p:nvPr/>
        </p:nvSpPr>
        <p:spPr>
          <a:xfrm>
            <a:off x="824230" y="943610"/>
            <a:ext cx="914400" cy="9144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824230" y="2465070"/>
            <a:ext cx="914400" cy="9144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2363470" y="943610"/>
            <a:ext cx="914400" cy="9144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7" name="直接连接符 6"/>
          <p:cNvCxnSpPr>
            <a:stCxn id="4" idx="6"/>
            <a:endCxn id="6" idx="2"/>
          </p:cNvCxnSpPr>
          <p:nvPr/>
        </p:nvCxnSpPr>
        <p:spPr>
          <a:xfrm>
            <a:off x="1738630" y="1400810"/>
            <a:ext cx="624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4" idx="4"/>
            <a:endCxn id="5" idx="0"/>
          </p:cNvCxnSpPr>
          <p:nvPr/>
        </p:nvCxnSpPr>
        <p:spPr>
          <a:xfrm>
            <a:off x="1281430" y="1858010"/>
            <a:ext cx="0" cy="607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3844925" y="943610"/>
            <a:ext cx="914400" cy="9144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3844925" y="2465070"/>
            <a:ext cx="914400" cy="914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384165" y="943610"/>
            <a:ext cx="914400" cy="9144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3" name="直接连接符 12"/>
          <p:cNvCxnSpPr>
            <a:stCxn id="10" idx="6"/>
            <a:endCxn id="12" idx="2"/>
          </p:cNvCxnSpPr>
          <p:nvPr/>
        </p:nvCxnSpPr>
        <p:spPr>
          <a:xfrm>
            <a:off x="4759325" y="1400810"/>
            <a:ext cx="624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10" idx="4"/>
            <a:endCxn id="11" idx="0"/>
          </p:cNvCxnSpPr>
          <p:nvPr/>
        </p:nvCxnSpPr>
        <p:spPr>
          <a:xfrm>
            <a:off x="4302125" y="1858010"/>
            <a:ext cx="0" cy="607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6686550" y="943610"/>
            <a:ext cx="914400" cy="9144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6686550" y="2465070"/>
            <a:ext cx="914400" cy="914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8225790" y="943610"/>
            <a:ext cx="914400" cy="9144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8" name="直接连接符 17"/>
          <p:cNvCxnSpPr>
            <a:stCxn id="15" idx="6"/>
            <a:endCxn id="17" idx="2"/>
          </p:cNvCxnSpPr>
          <p:nvPr/>
        </p:nvCxnSpPr>
        <p:spPr>
          <a:xfrm>
            <a:off x="7600950" y="1400810"/>
            <a:ext cx="624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15" idx="4"/>
            <a:endCxn id="16" idx="0"/>
          </p:cNvCxnSpPr>
          <p:nvPr/>
        </p:nvCxnSpPr>
        <p:spPr>
          <a:xfrm>
            <a:off x="7143750" y="1858010"/>
            <a:ext cx="0" cy="607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椭圆 19"/>
          <p:cNvSpPr/>
          <p:nvPr/>
        </p:nvSpPr>
        <p:spPr>
          <a:xfrm>
            <a:off x="904240" y="3886200"/>
            <a:ext cx="914400" cy="9144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904240" y="5407660"/>
            <a:ext cx="914400" cy="9144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2479675" y="3886200"/>
            <a:ext cx="914400" cy="9144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3" name="直接连接符 22"/>
          <p:cNvCxnSpPr>
            <a:stCxn id="20" idx="6"/>
          </p:cNvCxnSpPr>
          <p:nvPr/>
        </p:nvCxnSpPr>
        <p:spPr>
          <a:xfrm>
            <a:off x="1818640" y="4343400"/>
            <a:ext cx="624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20" idx="4"/>
            <a:endCxn id="21" idx="0"/>
          </p:cNvCxnSpPr>
          <p:nvPr/>
        </p:nvCxnSpPr>
        <p:spPr>
          <a:xfrm>
            <a:off x="1361440" y="4800600"/>
            <a:ext cx="0" cy="607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3706495" y="3886200"/>
            <a:ext cx="914400" cy="9144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706495" y="5407660"/>
            <a:ext cx="914400" cy="9144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5245735" y="3886200"/>
            <a:ext cx="914400" cy="914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8" name="直接连接符 27"/>
          <p:cNvCxnSpPr>
            <a:stCxn id="25" idx="6"/>
            <a:endCxn id="27" idx="2"/>
          </p:cNvCxnSpPr>
          <p:nvPr/>
        </p:nvCxnSpPr>
        <p:spPr>
          <a:xfrm>
            <a:off x="4620895" y="4343400"/>
            <a:ext cx="624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25" idx="4"/>
            <a:endCxn id="26" idx="0"/>
          </p:cNvCxnSpPr>
          <p:nvPr/>
        </p:nvCxnSpPr>
        <p:spPr>
          <a:xfrm>
            <a:off x="4163695" y="4800600"/>
            <a:ext cx="0" cy="607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椭圆 29"/>
          <p:cNvSpPr/>
          <p:nvPr/>
        </p:nvSpPr>
        <p:spPr>
          <a:xfrm>
            <a:off x="6784975" y="3886200"/>
            <a:ext cx="914400" cy="9144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6784975" y="5407660"/>
            <a:ext cx="914400" cy="9144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8324215" y="3886200"/>
            <a:ext cx="914400" cy="914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3" name="直接连接符 32"/>
          <p:cNvCxnSpPr>
            <a:stCxn id="30" idx="6"/>
            <a:endCxn id="32" idx="2"/>
          </p:cNvCxnSpPr>
          <p:nvPr/>
        </p:nvCxnSpPr>
        <p:spPr>
          <a:xfrm>
            <a:off x="7699375" y="4343400"/>
            <a:ext cx="624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30" idx="4"/>
            <a:endCxn id="31" idx="0"/>
          </p:cNvCxnSpPr>
          <p:nvPr/>
        </p:nvCxnSpPr>
        <p:spPr>
          <a:xfrm>
            <a:off x="7242175" y="4800600"/>
            <a:ext cx="0" cy="607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6" idx="4"/>
            <a:endCxn id="5" idx="6"/>
          </p:cNvCxnSpPr>
          <p:nvPr/>
        </p:nvCxnSpPr>
        <p:spPr>
          <a:xfrm flipH="1">
            <a:off x="1738630" y="1858010"/>
            <a:ext cx="1082040" cy="1064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12" idx="4"/>
            <a:endCxn id="11" idx="6"/>
          </p:cNvCxnSpPr>
          <p:nvPr/>
        </p:nvCxnSpPr>
        <p:spPr>
          <a:xfrm flipH="1">
            <a:off x="4759325" y="1858010"/>
            <a:ext cx="1082040" cy="1064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endCxn id="16" idx="6"/>
          </p:cNvCxnSpPr>
          <p:nvPr/>
        </p:nvCxnSpPr>
        <p:spPr>
          <a:xfrm flipH="1">
            <a:off x="7600950" y="1854835"/>
            <a:ext cx="992505" cy="10674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endCxn id="21" idx="6"/>
          </p:cNvCxnSpPr>
          <p:nvPr/>
        </p:nvCxnSpPr>
        <p:spPr>
          <a:xfrm flipH="1">
            <a:off x="1818640" y="4847590"/>
            <a:ext cx="1052830" cy="101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endCxn id="26" idx="6"/>
          </p:cNvCxnSpPr>
          <p:nvPr/>
        </p:nvCxnSpPr>
        <p:spPr>
          <a:xfrm flipH="1">
            <a:off x="4620895" y="4847590"/>
            <a:ext cx="1012825" cy="101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32" idx="4"/>
          </p:cNvCxnSpPr>
          <p:nvPr/>
        </p:nvCxnSpPr>
        <p:spPr>
          <a:xfrm flipH="1">
            <a:off x="7691120" y="4800600"/>
            <a:ext cx="1090295" cy="9601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/>
          <p:nvPr/>
        </p:nvSpPr>
        <p:spPr>
          <a:xfrm>
            <a:off x="824230" y="943610"/>
            <a:ext cx="914400" cy="9144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824230" y="2465070"/>
            <a:ext cx="914400" cy="9144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2363470" y="943610"/>
            <a:ext cx="914400" cy="9144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7" name="直接连接符 6"/>
          <p:cNvCxnSpPr>
            <a:stCxn id="4" idx="6"/>
            <a:endCxn id="6" idx="2"/>
          </p:cNvCxnSpPr>
          <p:nvPr/>
        </p:nvCxnSpPr>
        <p:spPr>
          <a:xfrm>
            <a:off x="1738630" y="1400810"/>
            <a:ext cx="624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4" idx="4"/>
            <a:endCxn id="5" idx="0"/>
          </p:cNvCxnSpPr>
          <p:nvPr/>
        </p:nvCxnSpPr>
        <p:spPr>
          <a:xfrm>
            <a:off x="1281430" y="1858010"/>
            <a:ext cx="0" cy="607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3844925" y="943610"/>
            <a:ext cx="914400" cy="9144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3844925" y="2465070"/>
            <a:ext cx="914400" cy="914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384165" y="943610"/>
            <a:ext cx="914400" cy="9144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3" name="直接连接符 12"/>
          <p:cNvCxnSpPr>
            <a:stCxn id="10" idx="6"/>
            <a:endCxn id="12" idx="2"/>
          </p:cNvCxnSpPr>
          <p:nvPr/>
        </p:nvCxnSpPr>
        <p:spPr>
          <a:xfrm>
            <a:off x="4759325" y="1400810"/>
            <a:ext cx="624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10" idx="4"/>
            <a:endCxn id="11" idx="0"/>
          </p:cNvCxnSpPr>
          <p:nvPr/>
        </p:nvCxnSpPr>
        <p:spPr>
          <a:xfrm>
            <a:off x="4302125" y="1858010"/>
            <a:ext cx="0" cy="607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6686550" y="943610"/>
            <a:ext cx="914400" cy="914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6686550" y="2465070"/>
            <a:ext cx="914400" cy="9144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8225790" y="943610"/>
            <a:ext cx="914400" cy="9144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8" name="直接连接符 17"/>
          <p:cNvCxnSpPr>
            <a:stCxn id="15" idx="6"/>
            <a:endCxn id="17" idx="2"/>
          </p:cNvCxnSpPr>
          <p:nvPr/>
        </p:nvCxnSpPr>
        <p:spPr>
          <a:xfrm>
            <a:off x="7600950" y="1400810"/>
            <a:ext cx="624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15" idx="4"/>
            <a:endCxn id="16" idx="0"/>
          </p:cNvCxnSpPr>
          <p:nvPr/>
        </p:nvCxnSpPr>
        <p:spPr>
          <a:xfrm>
            <a:off x="7143750" y="1858010"/>
            <a:ext cx="0" cy="607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椭圆 19"/>
          <p:cNvSpPr/>
          <p:nvPr/>
        </p:nvSpPr>
        <p:spPr>
          <a:xfrm>
            <a:off x="904240" y="3886200"/>
            <a:ext cx="914400" cy="9144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904240" y="5407660"/>
            <a:ext cx="914400" cy="9144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2479675" y="3886200"/>
            <a:ext cx="914400" cy="9144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3" name="直接连接符 22"/>
          <p:cNvCxnSpPr>
            <a:stCxn id="20" idx="6"/>
          </p:cNvCxnSpPr>
          <p:nvPr/>
        </p:nvCxnSpPr>
        <p:spPr>
          <a:xfrm>
            <a:off x="1818640" y="4343400"/>
            <a:ext cx="624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20" idx="4"/>
            <a:endCxn id="21" idx="0"/>
          </p:cNvCxnSpPr>
          <p:nvPr/>
        </p:nvCxnSpPr>
        <p:spPr>
          <a:xfrm>
            <a:off x="1361440" y="4800600"/>
            <a:ext cx="0" cy="607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3706495" y="3886200"/>
            <a:ext cx="914400" cy="9144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706495" y="5407660"/>
            <a:ext cx="914400" cy="9144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5245735" y="3886200"/>
            <a:ext cx="914400" cy="914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8" name="直接连接符 27"/>
          <p:cNvCxnSpPr>
            <a:stCxn id="25" idx="6"/>
            <a:endCxn id="27" idx="2"/>
          </p:cNvCxnSpPr>
          <p:nvPr/>
        </p:nvCxnSpPr>
        <p:spPr>
          <a:xfrm>
            <a:off x="4620895" y="4343400"/>
            <a:ext cx="624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25" idx="4"/>
            <a:endCxn id="26" idx="0"/>
          </p:cNvCxnSpPr>
          <p:nvPr/>
        </p:nvCxnSpPr>
        <p:spPr>
          <a:xfrm>
            <a:off x="4163695" y="4800600"/>
            <a:ext cx="0" cy="607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椭圆 29"/>
          <p:cNvSpPr/>
          <p:nvPr/>
        </p:nvSpPr>
        <p:spPr>
          <a:xfrm>
            <a:off x="6784975" y="3886200"/>
            <a:ext cx="914400" cy="914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6784975" y="5407660"/>
            <a:ext cx="914400" cy="9144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8324215" y="3886200"/>
            <a:ext cx="914400" cy="9144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3" name="直接连接符 32"/>
          <p:cNvCxnSpPr>
            <a:stCxn id="30" idx="6"/>
            <a:endCxn id="32" idx="2"/>
          </p:cNvCxnSpPr>
          <p:nvPr/>
        </p:nvCxnSpPr>
        <p:spPr>
          <a:xfrm>
            <a:off x="7699375" y="4343400"/>
            <a:ext cx="624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30" idx="4"/>
            <a:endCxn id="31" idx="0"/>
          </p:cNvCxnSpPr>
          <p:nvPr/>
        </p:nvCxnSpPr>
        <p:spPr>
          <a:xfrm>
            <a:off x="7242175" y="4800600"/>
            <a:ext cx="0" cy="607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1737995" y="1799590"/>
            <a:ext cx="1023620" cy="946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4709160" y="1821815"/>
            <a:ext cx="935355" cy="9131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>
            <a:off x="7559040" y="1821815"/>
            <a:ext cx="880110" cy="8470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1771015" y="4715510"/>
            <a:ext cx="946785" cy="10013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H="1">
            <a:off x="4467225" y="4704715"/>
            <a:ext cx="989965" cy="10013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H="1">
            <a:off x="7701915" y="4737735"/>
            <a:ext cx="803275" cy="902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椭圆 4"/>
          <p:cNvSpPr/>
          <p:nvPr/>
        </p:nvSpPr>
        <p:spPr>
          <a:xfrm>
            <a:off x="2529840" y="3527425"/>
            <a:ext cx="803275" cy="84772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>
                <a:solidFill>
                  <a:schemeClr val="bg1"/>
                </a:solidFill>
              </a:rPr>
              <a:t>1</a:t>
            </a:r>
            <a:endParaRPr lang="en-US" altLang="zh-CN" sz="4400">
              <a:solidFill>
                <a:schemeClr val="bg1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3822700" y="3527425"/>
            <a:ext cx="803275" cy="84772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>
                <a:solidFill>
                  <a:schemeClr val="bg1"/>
                </a:solidFill>
              </a:rPr>
              <a:t>2</a:t>
            </a:r>
            <a:endParaRPr lang="en-US" altLang="zh-CN" sz="4400">
              <a:solidFill>
                <a:schemeClr val="bg1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5181600" y="3527425"/>
            <a:ext cx="803275" cy="84772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>
                <a:solidFill>
                  <a:schemeClr val="bg1"/>
                </a:solidFill>
              </a:rPr>
              <a:t>3</a:t>
            </a:r>
            <a:endParaRPr lang="en-US" altLang="zh-CN" sz="4400">
              <a:solidFill>
                <a:schemeClr val="bg1"/>
              </a:solidFill>
            </a:endParaRPr>
          </a:p>
        </p:txBody>
      </p:sp>
      <p:cxnSp>
        <p:nvCxnSpPr>
          <p:cNvPr id="8" name="直接连接符 7"/>
          <p:cNvCxnSpPr>
            <a:stCxn id="5" idx="6"/>
            <a:endCxn id="6" idx="2"/>
          </p:cNvCxnSpPr>
          <p:nvPr/>
        </p:nvCxnSpPr>
        <p:spPr>
          <a:xfrm>
            <a:off x="3333115" y="3951605"/>
            <a:ext cx="489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6" idx="6"/>
          </p:cNvCxnSpPr>
          <p:nvPr/>
        </p:nvCxnSpPr>
        <p:spPr>
          <a:xfrm>
            <a:off x="4625975" y="3951605"/>
            <a:ext cx="555625" cy="5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2534285" y="4760595"/>
            <a:ext cx="803275" cy="84772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/>
              <a:t>1</a:t>
            </a:r>
            <a:endParaRPr lang="en-US" altLang="zh-CN" sz="4400"/>
          </a:p>
        </p:txBody>
      </p:sp>
      <p:sp>
        <p:nvSpPr>
          <p:cNvPr id="16" name="椭圆 15"/>
          <p:cNvSpPr/>
          <p:nvPr/>
        </p:nvSpPr>
        <p:spPr>
          <a:xfrm>
            <a:off x="3822065" y="4760595"/>
            <a:ext cx="803275" cy="84772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/>
              <a:t>2</a:t>
            </a:r>
            <a:endParaRPr lang="en-US" altLang="zh-CN" sz="4400"/>
          </a:p>
        </p:txBody>
      </p:sp>
      <p:sp>
        <p:nvSpPr>
          <p:cNvPr id="17" name="椭圆 16"/>
          <p:cNvSpPr/>
          <p:nvPr/>
        </p:nvSpPr>
        <p:spPr>
          <a:xfrm>
            <a:off x="5170170" y="4760595"/>
            <a:ext cx="803275" cy="84772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/>
              <a:t>3</a:t>
            </a:r>
            <a:endParaRPr lang="en-US" altLang="zh-CN" sz="4400"/>
          </a:p>
        </p:txBody>
      </p:sp>
      <p:cxnSp>
        <p:nvCxnSpPr>
          <p:cNvPr id="18" name="直接连接符 17"/>
          <p:cNvCxnSpPr>
            <a:stCxn id="15" idx="6"/>
            <a:endCxn id="16" idx="2"/>
          </p:cNvCxnSpPr>
          <p:nvPr/>
        </p:nvCxnSpPr>
        <p:spPr>
          <a:xfrm>
            <a:off x="3337560" y="5184775"/>
            <a:ext cx="4845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16" idx="6"/>
          </p:cNvCxnSpPr>
          <p:nvPr/>
        </p:nvCxnSpPr>
        <p:spPr>
          <a:xfrm>
            <a:off x="4625340" y="5184775"/>
            <a:ext cx="555625" cy="5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椭圆 19"/>
          <p:cNvSpPr/>
          <p:nvPr/>
        </p:nvSpPr>
        <p:spPr>
          <a:xfrm>
            <a:off x="2506980" y="738505"/>
            <a:ext cx="803275" cy="84772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>
                <a:solidFill>
                  <a:schemeClr val="bg1"/>
                </a:solidFill>
              </a:rPr>
              <a:t>1</a:t>
            </a:r>
            <a:endParaRPr lang="en-US" altLang="zh-CN" sz="4400">
              <a:solidFill>
                <a:schemeClr val="bg1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3799840" y="738505"/>
            <a:ext cx="803275" cy="84772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>
                <a:solidFill>
                  <a:schemeClr val="bg1"/>
                </a:solidFill>
              </a:rPr>
              <a:t>2</a:t>
            </a:r>
            <a:endParaRPr lang="en-US" altLang="zh-CN" sz="4400">
              <a:solidFill>
                <a:schemeClr val="bg1"/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2529840" y="1920875"/>
            <a:ext cx="803275" cy="84772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>
                <a:solidFill>
                  <a:schemeClr val="bg1"/>
                </a:solidFill>
              </a:rPr>
              <a:t>3</a:t>
            </a:r>
            <a:endParaRPr lang="en-US" altLang="zh-CN" sz="4400">
              <a:solidFill>
                <a:schemeClr val="bg1"/>
              </a:solidFill>
            </a:endParaRPr>
          </a:p>
        </p:txBody>
      </p:sp>
      <p:cxnSp>
        <p:nvCxnSpPr>
          <p:cNvPr id="23" name="直接连接符 22"/>
          <p:cNvCxnSpPr>
            <a:stCxn id="20" idx="6"/>
            <a:endCxn id="21" idx="2"/>
          </p:cNvCxnSpPr>
          <p:nvPr/>
        </p:nvCxnSpPr>
        <p:spPr>
          <a:xfrm>
            <a:off x="3310255" y="1162685"/>
            <a:ext cx="489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21" idx="4"/>
          </p:cNvCxnSpPr>
          <p:nvPr/>
        </p:nvCxnSpPr>
        <p:spPr>
          <a:xfrm flipH="1">
            <a:off x="3343910" y="1586230"/>
            <a:ext cx="857885" cy="741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20" idx="4"/>
            <a:endCxn id="22" idx="0"/>
          </p:cNvCxnSpPr>
          <p:nvPr/>
        </p:nvCxnSpPr>
        <p:spPr>
          <a:xfrm>
            <a:off x="2908935" y="1586230"/>
            <a:ext cx="22860" cy="3346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0850" y="1778000"/>
            <a:ext cx="6210300" cy="3302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WPS 演示</Application>
  <PresentationFormat>宽屏</PresentationFormat>
  <Paragraphs>185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Cambria Math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杨韩冰</cp:lastModifiedBy>
  <cp:revision>156</cp:revision>
  <dcterms:created xsi:type="dcterms:W3CDTF">2019-06-19T02:08:00Z</dcterms:created>
  <dcterms:modified xsi:type="dcterms:W3CDTF">2025-04-28T07:06:07Z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E82D588848144AD3A03C938C94DC6C20_11</vt:lpwstr>
  </property>
</Properties>
</file>