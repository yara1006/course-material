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210 클레이토이" charset="1" panose="02020603020101020101"/>
      <p:regular r:id="rId17"/>
    </p:embeddedFont>
    <p:embeddedFont>
      <p:font typeface="Poetsen" charset="1" panose="020108030300000D0203"/>
      <p:regular r:id="rId18"/>
    </p:embeddedFont>
    <p:embeddedFont>
      <p:font typeface="Arimo" charset="1" panose="020B0604020202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14" Target="../media/image9.png" Type="http://schemas.openxmlformats.org/officeDocument/2006/relationships/image"/><Relationship Id="rId15" Target="../media/image10.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jpeg" Type="http://schemas.openxmlformats.org/officeDocument/2006/relationships/image"/><Relationship Id="rId11" Target="../media/image7.png" Type="http://schemas.openxmlformats.org/officeDocument/2006/relationships/image"/><Relationship Id="rId12" Target="../media/image8.svg" Type="http://schemas.openxmlformats.org/officeDocument/2006/relationships/image"/><Relationship Id="rId2" Target="../media/image35.png" Type="http://schemas.openxmlformats.org/officeDocument/2006/relationships/image"/><Relationship Id="rId3" Target="../media/image36.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jpeg" Type="http://schemas.openxmlformats.org/officeDocument/2006/relationships/image"/><Relationship Id="rId11" Target="../media/image7.png" Type="http://schemas.openxmlformats.org/officeDocument/2006/relationships/image"/><Relationship Id="rId12" Target="../media/image8.svg" Type="http://schemas.openxmlformats.org/officeDocument/2006/relationships/image"/><Relationship Id="rId2" Target="../media/image35.png" Type="http://schemas.openxmlformats.org/officeDocument/2006/relationships/image"/><Relationship Id="rId3" Target="../media/image36.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jpeg" Type="http://schemas.openxmlformats.org/officeDocument/2006/relationships/image"/><Relationship Id="rId11" Target="../media/image7.png" Type="http://schemas.openxmlformats.org/officeDocument/2006/relationships/image"/><Relationship Id="rId12" Target="../media/image8.svg" Type="http://schemas.openxmlformats.org/officeDocument/2006/relationships/image"/><Relationship Id="rId2" Target="../media/image35.png" Type="http://schemas.openxmlformats.org/officeDocument/2006/relationships/image"/><Relationship Id="rId3" Target="../media/image36.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8F1"/>
        </a:solidFill>
      </p:bgPr>
    </p:bg>
    <p:spTree>
      <p:nvGrpSpPr>
        <p:cNvPr id="1" name=""/>
        <p:cNvGrpSpPr/>
        <p:nvPr/>
      </p:nvGrpSpPr>
      <p:grpSpPr>
        <a:xfrm>
          <a:off x="0" y="0"/>
          <a:ext cx="0" cy="0"/>
          <a:chOff x="0" y="0"/>
          <a:chExt cx="0" cy="0"/>
        </a:xfrm>
      </p:grpSpPr>
      <p:sp>
        <p:nvSpPr>
          <p:cNvPr name="Freeform 2" id="2"/>
          <p:cNvSpPr/>
          <p:nvPr/>
        </p:nvSpPr>
        <p:spPr>
          <a:xfrm flipH="false" flipV="false" rot="0">
            <a:off x="3213644" y="1028700"/>
            <a:ext cx="1411199" cy="2601289"/>
          </a:xfrm>
          <a:custGeom>
            <a:avLst/>
            <a:gdLst/>
            <a:ahLst/>
            <a:cxnLst/>
            <a:rect r="r" b="b" t="t" l="l"/>
            <a:pathLst>
              <a:path h="2601289" w="1411199">
                <a:moveTo>
                  <a:pt x="0" y="0"/>
                </a:moveTo>
                <a:lnTo>
                  <a:pt x="1411199" y="0"/>
                </a:lnTo>
                <a:lnTo>
                  <a:pt x="1411199" y="2601289"/>
                </a:lnTo>
                <a:lnTo>
                  <a:pt x="0" y="26012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919244" y="1825047"/>
            <a:ext cx="10449513" cy="3020225"/>
          </a:xfrm>
          <a:prstGeom prst="rect">
            <a:avLst/>
          </a:prstGeom>
        </p:spPr>
        <p:txBody>
          <a:bodyPr anchor="t" rtlCol="false" tIns="0" lIns="0" bIns="0" rIns="0">
            <a:spAutoFit/>
          </a:bodyPr>
          <a:lstStyle/>
          <a:p>
            <a:pPr algn="ctr">
              <a:lnSpc>
                <a:spcPts val="24628"/>
              </a:lnSpc>
            </a:pPr>
            <a:r>
              <a:rPr lang="en-US" sz="17591">
                <a:solidFill>
                  <a:srgbClr val="DB5C5C"/>
                </a:solidFill>
                <a:latin typeface="210 클레이토이"/>
                <a:ea typeface="210 클레이토이"/>
                <a:cs typeface="210 클레이토이"/>
                <a:sym typeface="210 클레이토이"/>
              </a:rPr>
              <a:t>Creative</a:t>
            </a:r>
          </a:p>
        </p:txBody>
      </p:sp>
      <p:sp>
        <p:nvSpPr>
          <p:cNvPr name="TextBox 4" id="4"/>
          <p:cNvSpPr txBox="true"/>
          <p:nvPr/>
        </p:nvSpPr>
        <p:spPr>
          <a:xfrm rot="0">
            <a:off x="3919244" y="4202498"/>
            <a:ext cx="10449513" cy="3020225"/>
          </a:xfrm>
          <a:prstGeom prst="rect">
            <a:avLst/>
          </a:prstGeom>
        </p:spPr>
        <p:txBody>
          <a:bodyPr anchor="t" rtlCol="false" tIns="0" lIns="0" bIns="0" rIns="0">
            <a:spAutoFit/>
          </a:bodyPr>
          <a:lstStyle/>
          <a:p>
            <a:pPr algn="ctr">
              <a:lnSpc>
                <a:spcPts val="24628"/>
              </a:lnSpc>
            </a:pPr>
            <a:r>
              <a:rPr lang="en-US" sz="17591">
                <a:solidFill>
                  <a:srgbClr val="6B3E3E"/>
                </a:solidFill>
                <a:latin typeface="210 클레이토이"/>
                <a:ea typeface="210 클레이토이"/>
                <a:cs typeface="210 클레이토이"/>
                <a:sym typeface="210 클레이토이"/>
              </a:rPr>
              <a:t>Portfolio</a:t>
            </a:r>
          </a:p>
        </p:txBody>
      </p:sp>
      <p:sp>
        <p:nvSpPr>
          <p:cNvPr name="Freeform 5" id="5"/>
          <p:cNvSpPr/>
          <p:nvPr/>
        </p:nvSpPr>
        <p:spPr>
          <a:xfrm flipH="false" flipV="false" rot="0">
            <a:off x="5398632" y="7180824"/>
            <a:ext cx="7315200" cy="1316736"/>
          </a:xfrm>
          <a:custGeom>
            <a:avLst/>
            <a:gdLst/>
            <a:ahLst/>
            <a:cxnLst/>
            <a:rect r="r" b="b" t="t" l="l"/>
            <a:pathLst>
              <a:path h="1316736" w="7315200">
                <a:moveTo>
                  <a:pt x="0" y="0"/>
                </a:moveTo>
                <a:lnTo>
                  <a:pt x="7315200" y="0"/>
                </a:lnTo>
                <a:lnTo>
                  <a:pt x="7315200" y="1316736"/>
                </a:lnTo>
                <a:lnTo>
                  <a:pt x="0" y="13167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3399653" y="7362352"/>
            <a:ext cx="1362711" cy="1410309"/>
          </a:xfrm>
          <a:custGeom>
            <a:avLst/>
            <a:gdLst/>
            <a:ahLst/>
            <a:cxnLst/>
            <a:rect r="r" b="b" t="t" l="l"/>
            <a:pathLst>
              <a:path h="1410309" w="1362711">
                <a:moveTo>
                  <a:pt x="0" y="0"/>
                </a:moveTo>
                <a:lnTo>
                  <a:pt x="1362712" y="0"/>
                </a:lnTo>
                <a:lnTo>
                  <a:pt x="1362712" y="1410309"/>
                </a:lnTo>
                <a:lnTo>
                  <a:pt x="0" y="1410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6128953" y="7248052"/>
            <a:ext cx="5854559" cy="946662"/>
          </a:xfrm>
          <a:prstGeom prst="rect">
            <a:avLst/>
          </a:prstGeom>
        </p:spPr>
        <p:txBody>
          <a:bodyPr anchor="t" rtlCol="false" tIns="0" lIns="0" bIns="0" rIns="0">
            <a:spAutoFit/>
          </a:bodyPr>
          <a:lstStyle/>
          <a:p>
            <a:pPr algn="ctr">
              <a:lnSpc>
                <a:spcPts val="7669"/>
              </a:lnSpc>
            </a:pPr>
            <a:r>
              <a:rPr lang="en-US" sz="5478">
                <a:solidFill>
                  <a:srgbClr val="6B3E3E"/>
                </a:solidFill>
                <a:latin typeface="Poetsen"/>
                <a:ea typeface="Poetsen"/>
                <a:cs typeface="Poetsen"/>
                <a:sym typeface="Poetsen"/>
              </a:rPr>
              <a:t>Olivia Wilson</a:t>
            </a:r>
          </a:p>
        </p:txBody>
      </p:sp>
      <p:sp>
        <p:nvSpPr>
          <p:cNvPr name="Freeform 8" id="8"/>
          <p:cNvSpPr/>
          <p:nvPr/>
        </p:nvSpPr>
        <p:spPr>
          <a:xfrm flipH="false" flipV="false" rot="3331616">
            <a:off x="-1833911" y="6737298"/>
            <a:ext cx="5379349" cy="4727733"/>
          </a:xfrm>
          <a:custGeom>
            <a:avLst/>
            <a:gdLst/>
            <a:ahLst/>
            <a:cxnLst/>
            <a:rect r="r" b="b" t="t" l="l"/>
            <a:pathLst>
              <a:path h="4727733" w="5379349">
                <a:moveTo>
                  <a:pt x="0" y="0"/>
                </a:moveTo>
                <a:lnTo>
                  <a:pt x="5379349" y="0"/>
                </a:lnTo>
                <a:lnTo>
                  <a:pt x="5379349" y="4727733"/>
                </a:lnTo>
                <a:lnTo>
                  <a:pt x="0" y="47277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7310698">
            <a:off x="15010743" y="-2418835"/>
            <a:ext cx="4315728" cy="5846429"/>
          </a:xfrm>
          <a:custGeom>
            <a:avLst/>
            <a:gdLst/>
            <a:ahLst/>
            <a:cxnLst/>
            <a:rect r="r" b="b" t="t" l="l"/>
            <a:pathLst>
              <a:path h="5846429" w="4315728">
                <a:moveTo>
                  <a:pt x="0" y="0"/>
                </a:moveTo>
                <a:lnTo>
                  <a:pt x="4315728" y="0"/>
                </a:lnTo>
                <a:lnTo>
                  <a:pt x="4315728" y="5846429"/>
                </a:lnTo>
                <a:lnTo>
                  <a:pt x="0" y="58464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8F1"/>
        </a:solidFill>
      </p:bgPr>
    </p:bg>
    <p:spTree>
      <p:nvGrpSpPr>
        <p:cNvPr id="1" name=""/>
        <p:cNvGrpSpPr/>
        <p:nvPr/>
      </p:nvGrpSpPr>
      <p:grpSpPr>
        <a:xfrm>
          <a:off x="0" y="0"/>
          <a:ext cx="0" cy="0"/>
          <a:chOff x="0" y="0"/>
          <a:chExt cx="0" cy="0"/>
        </a:xfrm>
      </p:grpSpPr>
      <p:sp>
        <p:nvSpPr>
          <p:cNvPr name="Freeform 2" id="2"/>
          <p:cNvSpPr/>
          <p:nvPr/>
        </p:nvSpPr>
        <p:spPr>
          <a:xfrm flipH="false" flipV="false" rot="0">
            <a:off x="3030309" y="2464603"/>
            <a:ext cx="12227383" cy="6793697"/>
          </a:xfrm>
          <a:custGeom>
            <a:avLst/>
            <a:gdLst/>
            <a:ahLst/>
            <a:cxnLst/>
            <a:rect r="r" b="b" t="t" l="l"/>
            <a:pathLst>
              <a:path h="6793697" w="12227383">
                <a:moveTo>
                  <a:pt x="0" y="0"/>
                </a:moveTo>
                <a:lnTo>
                  <a:pt x="12227382" y="0"/>
                </a:lnTo>
                <a:lnTo>
                  <a:pt x="12227382" y="6793697"/>
                </a:lnTo>
                <a:lnTo>
                  <a:pt x="0" y="67936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495210" y="3172302"/>
            <a:ext cx="11297579" cy="5508169"/>
          </a:xfrm>
          <a:prstGeom prst="rect">
            <a:avLst/>
          </a:prstGeom>
        </p:spPr>
        <p:txBody>
          <a:bodyPr anchor="t" rtlCol="false" tIns="0" lIns="0" bIns="0" rIns="0">
            <a:spAutoFit/>
          </a:bodyPr>
          <a:lstStyle/>
          <a:p>
            <a:pPr algn="ctr">
              <a:lnSpc>
                <a:spcPts val="5450"/>
              </a:lnSpc>
            </a:pPr>
            <a:r>
              <a:rPr lang="en-US" sz="3893">
                <a:solidFill>
                  <a:srgbClr val="6B3E3E"/>
                </a:solidFill>
                <a:latin typeface="Arimo"/>
                <a:ea typeface="Arimo"/>
                <a:cs typeface="Arimo"/>
                <a:sym typeface="Arimo"/>
              </a:rPr>
              <a:t>Lorem ipsum dolor sit amet, consectetur adipiscing elit. Proin at purus volutpat, lobortis quam vel, finibus tortor. Quisque ultrices semper diam, in hendrerit orci maximus ut. Suspendisse accumsan vehicula augue eu eleifend. Duis mauris erat, auctor nec porttitor eu, finibus sit amet erat. Maecenas egestas egestas lectus, eu sagittis massa ultricies eget.</a:t>
            </a:r>
          </a:p>
        </p:txBody>
      </p:sp>
      <p:sp>
        <p:nvSpPr>
          <p:cNvPr name="Freeform 4" id="4"/>
          <p:cNvSpPr/>
          <p:nvPr/>
        </p:nvSpPr>
        <p:spPr>
          <a:xfrm flipH="false" flipV="false" rot="0">
            <a:off x="1277700" y="7649546"/>
            <a:ext cx="2217511" cy="1291700"/>
          </a:xfrm>
          <a:custGeom>
            <a:avLst/>
            <a:gdLst/>
            <a:ahLst/>
            <a:cxnLst/>
            <a:rect r="r" b="b" t="t" l="l"/>
            <a:pathLst>
              <a:path h="1291700" w="2217511">
                <a:moveTo>
                  <a:pt x="0" y="0"/>
                </a:moveTo>
                <a:lnTo>
                  <a:pt x="2217510" y="0"/>
                </a:lnTo>
                <a:lnTo>
                  <a:pt x="2217510" y="1291700"/>
                </a:lnTo>
                <a:lnTo>
                  <a:pt x="0" y="12917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963450" y="358976"/>
            <a:ext cx="1294242" cy="1339448"/>
          </a:xfrm>
          <a:custGeom>
            <a:avLst/>
            <a:gdLst/>
            <a:ahLst/>
            <a:cxnLst/>
            <a:rect r="r" b="b" t="t" l="l"/>
            <a:pathLst>
              <a:path h="1339448" w="1294242">
                <a:moveTo>
                  <a:pt x="0" y="0"/>
                </a:moveTo>
                <a:lnTo>
                  <a:pt x="1294241" y="0"/>
                </a:lnTo>
                <a:lnTo>
                  <a:pt x="1294241" y="1339448"/>
                </a:lnTo>
                <a:lnTo>
                  <a:pt x="0" y="13394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5270516" y="650172"/>
            <a:ext cx="7746967" cy="1295400"/>
          </a:xfrm>
          <a:prstGeom prst="rect">
            <a:avLst/>
          </a:prstGeom>
        </p:spPr>
        <p:txBody>
          <a:bodyPr anchor="t" rtlCol="false" tIns="0" lIns="0" bIns="0" rIns="0">
            <a:spAutoFit/>
          </a:bodyPr>
          <a:lstStyle/>
          <a:p>
            <a:pPr algn="ctr">
              <a:lnSpc>
                <a:spcPts val="10500"/>
              </a:lnSpc>
            </a:pPr>
            <a:r>
              <a:rPr lang="en-US" sz="7500">
                <a:solidFill>
                  <a:srgbClr val="DB5C5C"/>
                </a:solidFill>
                <a:latin typeface="210 클레이토이"/>
                <a:ea typeface="210 클레이토이"/>
                <a:cs typeface="210 클레이토이"/>
                <a:sym typeface="210 클레이토이"/>
              </a:rPr>
              <a:t>Introduction</a:t>
            </a:r>
          </a:p>
        </p:txBody>
      </p:sp>
      <p:sp>
        <p:nvSpPr>
          <p:cNvPr name="TextBox 7" id="7"/>
          <p:cNvSpPr txBox="true"/>
          <p:nvPr/>
        </p:nvSpPr>
        <p:spPr>
          <a:xfrm rot="0">
            <a:off x="6321619" y="1849378"/>
            <a:ext cx="5647310" cy="1097100"/>
          </a:xfrm>
          <a:prstGeom prst="rect">
            <a:avLst/>
          </a:prstGeom>
        </p:spPr>
        <p:txBody>
          <a:bodyPr anchor="t" rtlCol="false" tIns="0" lIns="0" bIns="0" rIns="0">
            <a:spAutoFit/>
          </a:bodyPr>
          <a:lstStyle/>
          <a:p>
            <a:pPr algn="ctr">
              <a:lnSpc>
                <a:spcPts val="8878"/>
              </a:lnSpc>
            </a:pPr>
            <a:r>
              <a:rPr lang="en-US" sz="6342">
                <a:solidFill>
                  <a:srgbClr val="6B3E3E"/>
                </a:solidFill>
                <a:latin typeface="210 클레이토이"/>
                <a:ea typeface="210 클레이토이"/>
                <a:cs typeface="210 클레이토이"/>
                <a:sym typeface="210 클레이토이"/>
              </a:rPr>
              <a:t>About Me </a:t>
            </a:r>
          </a:p>
        </p:txBody>
      </p:sp>
      <p:sp>
        <p:nvSpPr>
          <p:cNvPr name="Freeform 8" id="8"/>
          <p:cNvSpPr/>
          <p:nvPr/>
        </p:nvSpPr>
        <p:spPr>
          <a:xfrm flipH="false" flipV="false" rot="3331616">
            <a:off x="-1833911" y="6737298"/>
            <a:ext cx="5379349" cy="4727733"/>
          </a:xfrm>
          <a:custGeom>
            <a:avLst/>
            <a:gdLst/>
            <a:ahLst/>
            <a:cxnLst/>
            <a:rect r="r" b="b" t="t" l="l"/>
            <a:pathLst>
              <a:path h="4727733" w="5379349">
                <a:moveTo>
                  <a:pt x="0" y="0"/>
                </a:moveTo>
                <a:lnTo>
                  <a:pt x="5379349" y="0"/>
                </a:lnTo>
                <a:lnTo>
                  <a:pt x="5379349" y="4727733"/>
                </a:lnTo>
                <a:lnTo>
                  <a:pt x="0" y="47277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7310698">
            <a:off x="15010743" y="-2418835"/>
            <a:ext cx="4315728" cy="5846429"/>
          </a:xfrm>
          <a:custGeom>
            <a:avLst/>
            <a:gdLst/>
            <a:ahLst/>
            <a:cxnLst/>
            <a:rect r="r" b="b" t="t" l="l"/>
            <a:pathLst>
              <a:path h="5846429" w="4315728">
                <a:moveTo>
                  <a:pt x="0" y="0"/>
                </a:moveTo>
                <a:lnTo>
                  <a:pt x="4315728" y="0"/>
                </a:lnTo>
                <a:lnTo>
                  <a:pt x="4315728" y="5846429"/>
                </a:lnTo>
                <a:lnTo>
                  <a:pt x="0" y="58464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8F1"/>
        </a:solidFill>
      </p:bgPr>
    </p:bg>
    <p:spTree>
      <p:nvGrpSpPr>
        <p:cNvPr id="1" name=""/>
        <p:cNvGrpSpPr/>
        <p:nvPr/>
      </p:nvGrpSpPr>
      <p:grpSpPr>
        <a:xfrm>
          <a:off x="0" y="0"/>
          <a:ext cx="0" cy="0"/>
          <a:chOff x="0" y="0"/>
          <a:chExt cx="0" cy="0"/>
        </a:xfrm>
      </p:grpSpPr>
      <p:sp>
        <p:nvSpPr>
          <p:cNvPr name="Freeform 2" id="2"/>
          <p:cNvSpPr/>
          <p:nvPr/>
        </p:nvSpPr>
        <p:spPr>
          <a:xfrm flipH="false" flipV="false" rot="0">
            <a:off x="2685146" y="3298947"/>
            <a:ext cx="6271502" cy="5145068"/>
          </a:xfrm>
          <a:custGeom>
            <a:avLst/>
            <a:gdLst/>
            <a:ahLst/>
            <a:cxnLst/>
            <a:rect r="r" b="b" t="t" l="l"/>
            <a:pathLst>
              <a:path h="5145068" w="6271502">
                <a:moveTo>
                  <a:pt x="0" y="0"/>
                </a:moveTo>
                <a:lnTo>
                  <a:pt x="6271503" y="0"/>
                </a:lnTo>
                <a:lnTo>
                  <a:pt x="6271503" y="5145068"/>
                </a:lnTo>
                <a:lnTo>
                  <a:pt x="0" y="51450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29754" y="3250710"/>
            <a:ext cx="6271502" cy="5145068"/>
          </a:xfrm>
          <a:custGeom>
            <a:avLst/>
            <a:gdLst/>
            <a:ahLst/>
            <a:cxnLst/>
            <a:rect r="r" b="b" t="t" l="l"/>
            <a:pathLst>
              <a:path h="5145068" w="6271502">
                <a:moveTo>
                  <a:pt x="0" y="0"/>
                </a:moveTo>
                <a:lnTo>
                  <a:pt x="6271502" y="0"/>
                </a:lnTo>
                <a:lnTo>
                  <a:pt x="6271502" y="5145068"/>
                </a:lnTo>
                <a:lnTo>
                  <a:pt x="0" y="51450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3458167" y="3190077"/>
            <a:ext cx="4670678" cy="791169"/>
            <a:chOff x="0" y="0"/>
            <a:chExt cx="1230137" cy="208374"/>
          </a:xfrm>
        </p:grpSpPr>
        <p:sp>
          <p:nvSpPr>
            <p:cNvPr name="Freeform 5" id="5"/>
            <p:cNvSpPr/>
            <p:nvPr/>
          </p:nvSpPr>
          <p:spPr>
            <a:xfrm flipH="false" flipV="false" rot="0">
              <a:off x="0" y="0"/>
              <a:ext cx="1230138" cy="208374"/>
            </a:xfrm>
            <a:custGeom>
              <a:avLst/>
              <a:gdLst/>
              <a:ahLst/>
              <a:cxnLst/>
              <a:rect r="r" b="b" t="t" l="l"/>
              <a:pathLst>
                <a:path h="208374" w="1230138">
                  <a:moveTo>
                    <a:pt x="84535" y="0"/>
                  </a:moveTo>
                  <a:lnTo>
                    <a:pt x="1145602" y="0"/>
                  </a:lnTo>
                  <a:cubicBezTo>
                    <a:pt x="1192290" y="0"/>
                    <a:pt x="1230138" y="37848"/>
                    <a:pt x="1230138" y="84535"/>
                  </a:cubicBezTo>
                  <a:lnTo>
                    <a:pt x="1230138" y="123838"/>
                  </a:lnTo>
                  <a:cubicBezTo>
                    <a:pt x="1230138" y="146259"/>
                    <a:pt x="1221231" y="167760"/>
                    <a:pt x="1205378" y="183614"/>
                  </a:cubicBezTo>
                  <a:cubicBezTo>
                    <a:pt x="1189524" y="199467"/>
                    <a:pt x="1168022" y="208374"/>
                    <a:pt x="1145602" y="208374"/>
                  </a:cubicBezTo>
                  <a:lnTo>
                    <a:pt x="84535" y="208374"/>
                  </a:lnTo>
                  <a:cubicBezTo>
                    <a:pt x="62115" y="208374"/>
                    <a:pt x="40613" y="199467"/>
                    <a:pt x="24760" y="183614"/>
                  </a:cubicBezTo>
                  <a:cubicBezTo>
                    <a:pt x="8906" y="167760"/>
                    <a:pt x="0" y="146259"/>
                    <a:pt x="0" y="123838"/>
                  </a:cubicBezTo>
                  <a:lnTo>
                    <a:pt x="0" y="84535"/>
                  </a:lnTo>
                  <a:cubicBezTo>
                    <a:pt x="0" y="62115"/>
                    <a:pt x="8906" y="40613"/>
                    <a:pt x="24760" y="24760"/>
                  </a:cubicBezTo>
                  <a:cubicBezTo>
                    <a:pt x="40613" y="8906"/>
                    <a:pt x="62115" y="0"/>
                    <a:pt x="84535" y="0"/>
                  </a:cubicBezTo>
                  <a:close/>
                </a:path>
              </a:pathLst>
            </a:custGeom>
            <a:solidFill>
              <a:srgbClr val="FFC35D"/>
            </a:solidFill>
          </p:spPr>
        </p:sp>
        <p:sp>
          <p:nvSpPr>
            <p:cNvPr name="TextBox 6" id="6"/>
            <p:cNvSpPr txBox="true"/>
            <p:nvPr/>
          </p:nvSpPr>
          <p:spPr>
            <a:xfrm>
              <a:off x="0" y="-38100"/>
              <a:ext cx="1230137" cy="246474"/>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0330166" y="3081206"/>
            <a:ext cx="4670678" cy="791169"/>
            <a:chOff x="0" y="0"/>
            <a:chExt cx="1230137" cy="208374"/>
          </a:xfrm>
        </p:grpSpPr>
        <p:sp>
          <p:nvSpPr>
            <p:cNvPr name="Freeform 8" id="8"/>
            <p:cNvSpPr/>
            <p:nvPr/>
          </p:nvSpPr>
          <p:spPr>
            <a:xfrm flipH="false" flipV="false" rot="0">
              <a:off x="0" y="0"/>
              <a:ext cx="1230138" cy="208374"/>
            </a:xfrm>
            <a:custGeom>
              <a:avLst/>
              <a:gdLst/>
              <a:ahLst/>
              <a:cxnLst/>
              <a:rect r="r" b="b" t="t" l="l"/>
              <a:pathLst>
                <a:path h="208374" w="1230138">
                  <a:moveTo>
                    <a:pt x="84535" y="0"/>
                  </a:moveTo>
                  <a:lnTo>
                    <a:pt x="1145602" y="0"/>
                  </a:lnTo>
                  <a:cubicBezTo>
                    <a:pt x="1192290" y="0"/>
                    <a:pt x="1230138" y="37848"/>
                    <a:pt x="1230138" y="84535"/>
                  </a:cubicBezTo>
                  <a:lnTo>
                    <a:pt x="1230138" y="123838"/>
                  </a:lnTo>
                  <a:cubicBezTo>
                    <a:pt x="1230138" y="146259"/>
                    <a:pt x="1221231" y="167760"/>
                    <a:pt x="1205378" y="183614"/>
                  </a:cubicBezTo>
                  <a:cubicBezTo>
                    <a:pt x="1189524" y="199467"/>
                    <a:pt x="1168022" y="208374"/>
                    <a:pt x="1145602" y="208374"/>
                  </a:cubicBezTo>
                  <a:lnTo>
                    <a:pt x="84535" y="208374"/>
                  </a:lnTo>
                  <a:cubicBezTo>
                    <a:pt x="62115" y="208374"/>
                    <a:pt x="40613" y="199467"/>
                    <a:pt x="24760" y="183614"/>
                  </a:cubicBezTo>
                  <a:cubicBezTo>
                    <a:pt x="8906" y="167760"/>
                    <a:pt x="0" y="146259"/>
                    <a:pt x="0" y="123838"/>
                  </a:cubicBezTo>
                  <a:lnTo>
                    <a:pt x="0" y="84535"/>
                  </a:lnTo>
                  <a:cubicBezTo>
                    <a:pt x="0" y="62115"/>
                    <a:pt x="8906" y="40613"/>
                    <a:pt x="24760" y="24760"/>
                  </a:cubicBezTo>
                  <a:cubicBezTo>
                    <a:pt x="40613" y="8906"/>
                    <a:pt x="62115" y="0"/>
                    <a:pt x="84535" y="0"/>
                  </a:cubicBezTo>
                  <a:close/>
                </a:path>
              </a:pathLst>
            </a:custGeom>
            <a:solidFill>
              <a:srgbClr val="DB5C5C"/>
            </a:solidFill>
          </p:spPr>
        </p:sp>
        <p:sp>
          <p:nvSpPr>
            <p:cNvPr name="TextBox 9" id="9"/>
            <p:cNvSpPr txBox="true"/>
            <p:nvPr/>
          </p:nvSpPr>
          <p:spPr>
            <a:xfrm>
              <a:off x="0" y="-38100"/>
              <a:ext cx="1230137" cy="246474"/>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591255">
            <a:off x="4382538" y="854552"/>
            <a:ext cx="2318635" cy="1437827"/>
          </a:xfrm>
          <a:custGeom>
            <a:avLst/>
            <a:gdLst/>
            <a:ahLst/>
            <a:cxnLst/>
            <a:rect r="r" b="b" t="t" l="l"/>
            <a:pathLst>
              <a:path h="1437827" w="2318635">
                <a:moveTo>
                  <a:pt x="0" y="0"/>
                </a:moveTo>
                <a:lnTo>
                  <a:pt x="2318635" y="0"/>
                </a:lnTo>
                <a:lnTo>
                  <a:pt x="2318635" y="1437826"/>
                </a:lnTo>
                <a:lnTo>
                  <a:pt x="0" y="14378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6030679" y="1005710"/>
            <a:ext cx="6226643" cy="1295400"/>
          </a:xfrm>
          <a:prstGeom prst="rect">
            <a:avLst/>
          </a:prstGeom>
        </p:spPr>
        <p:txBody>
          <a:bodyPr anchor="t" rtlCol="false" tIns="0" lIns="0" bIns="0" rIns="0">
            <a:spAutoFit/>
          </a:bodyPr>
          <a:lstStyle/>
          <a:p>
            <a:pPr algn="ctr">
              <a:lnSpc>
                <a:spcPts val="10500"/>
              </a:lnSpc>
            </a:pPr>
            <a:r>
              <a:rPr lang="en-US" sz="7500">
                <a:solidFill>
                  <a:srgbClr val="DB5C5C"/>
                </a:solidFill>
                <a:latin typeface="210 클레이토이"/>
                <a:ea typeface="210 클레이토이"/>
                <a:cs typeface="210 클레이토이"/>
                <a:sym typeface="210 클레이토이"/>
              </a:rPr>
              <a:t>Education</a:t>
            </a:r>
          </a:p>
        </p:txBody>
      </p:sp>
      <p:sp>
        <p:nvSpPr>
          <p:cNvPr name="TextBox 12" id="12"/>
          <p:cNvSpPr txBox="true"/>
          <p:nvPr/>
        </p:nvSpPr>
        <p:spPr>
          <a:xfrm rot="0">
            <a:off x="3100212" y="4382499"/>
            <a:ext cx="5441372" cy="3255010"/>
          </a:xfrm>
          <a:prstGeom prst="rect">
            <a:avLst/>
          </a:prstGeom>
        </p:spPr>
        <p:txBody>
          <a:bodyPr anchor="t" rtlCol="false" tIns="0" lIns="0" bIns="0" rIns="0">
            <a:spAutoFit/>
          </a:bodyPr>
          <a:lstStyle/>
          <a:p>
            <a:pPr algn="ctr">
              <a:lnSpc>
                <a:spcPts val="4339"/>
              </a:lnSpc>
            </a:pPr>
            <a:r>
              <a:rPr lang="en-US" sz="3099">
                <a:solidFill>
                  <a:srgbClr val="FFFFFF"/>
                </a:solidFill>
                <a:latin typeface="Arimo"/>
                <a:ea typeface="Arimo"/>
                <a:cs typeface="Arimo"/>
                <a:sym typeface="Arimo"/>
              </a:rPr>
              <a:t>Lorem ipsum dolor sit amet, consectetur adipiscing elit. Proin at purus volutpat, lobortis quam vel, finibus tortor. Quisque ultrices semper diam, in hendrerit orci maximus ut. </a:t>
            </a:r>
          </a:p>
        </p:txBody>
      </p:sp>
      <p:sp>
        <p:nvSpPr>
          <p:cNvPr name="TextBox 13" id="13"/>
          <p:cNvSpPr txBox="true"/>
          <p:nvPr/>
        </p:nvSpPr>
        <p:spPr>
          <a:xfrm rot="0">
            <a:off x="9944819" y="4334262"/>
            <a:ext cx="5441372" cy="3255010"/>
          </a:xfrm>
          <a:prstGeom prst="rect">
            <a:avLst/>
          </a:prstGeom>
        </p:spPr>
        <p:txBody>
          <a:bodyPr anchor="t" rtlCol="false" tIns="0" lIns="0" bIns="0" rIns="0">
            <a:spAutoFit/>
          </a:bodyPr>
          <a:lstStyle/>
          <a:p>
            <a:pPr algn="ctr">
              <a:lnSpc>
                <a:spcPts val="4339"/>
              </a:lnSpc>
            </a:pPr>
            <a:r>
              <a:rPr lang="en-US" sz="3099">
                <a:solidFill>
                  <a:srgbClr val="000000"/>
                </a:solidFill>
                <a:latin typeface="Arimo"/>
                <a:ea typeface="Arimo"/>
                <a:cs typeface="Arimo"/>
                <a:sym typeface="Arimo"/>
              </a:rPr>
              <a:t>Lorem ipsum dolor sit amet, consectetur adipiscing elit. Proin at purus volutpat, lobortis quam vel, finibus tortor. Quisque ultrices semper diam, in hendrerit orci maximus ut. </a:t>
            </a:r>
          </a:p>
        </p:txBody>
      </p:sp>
      <p:sp>
        <p:nvSpPr>
          <p:cNvPr name="TextBox 14" id="14"/>
          <p:cNvSpPr txBox="true"/>
          <p:nvPr/>
        </p:nvSpPr>
        <p:spPr>
          <a:xfrm rot="0">
            <a:off x="3623383" y="3213222"/>
            <a:ext cx="4395030" cy="707390"/>
          </a:xfrm>
          <a:prstGeom prst="rect">
            <a:avLst/>
          </a:prstGeom>
        </p:spPr>
        <p:txBody>
          <a:bodyPr anchor="t" rtlCol="false" tIns="0" lIns="0" bIns="0" rIns="0">
            <a:spAutoFit/>
          </a:bodyPr>
          <a:lstStyle/>
          <a:p>
            <a:pPr algn="ctr">
              <a:lnSpc>
                <a:spcPts val="5718"/>
              </a:lnSpc>
            </a:pPr>
            <a:r>
              <a:rPr lang="en-US" sz="4084">
                <a:solidFill>
                  <a:srgbClr val="6B3E3E"/>
                </a:solidFill>
                <a:latin typeface="210 클레이토이"/>
                <a:ea typeface="210 클레이토이"/>
                <a:cs typeface="210 클레이토이"/>
                <a:sym typeface="210 클레이토이"/>
              </a:rPr>
              <a:t>University, 2016</a:t>
            </a:r>
          </a:p>
        </p:txBody>
      </p:sp>
      <p:sp>
        <p:nvSpPr>
          <p:cNvPr name="TextBox 15" id="15"/>
          <p:cNvSpPr txBox="true"/>
          <p:nvPr/>
        </p:nvSpPr>
        <p:spPr>
          <a:xfrm rot="0">
            <a:off x="10495381" y="3104352"/>
            <a:ext cx="4395030" cy="707390"/>
          </a:xfrm>
          <a:prstGeom prst="rect">
            <a:avLst/>
          </a:prstGeom>
        </p:spPr>
        <p:txBody>
          <a:bodyPr anchor="t" rtlCol="false" tIns="0" lIns="0" bIns="0" rIns="0">
            <a:spAutoFit/>
          </a:bodyPr>
          <a:lstStyle/>
          <a:p>
            <a:pPr algn="ctr">
              <a:lnSpc>
                <a:spcPts val="5718"/>
              </a:lnSpc>
            </a:pPr>
            <a:r>
              <a:rPr lang="en-US" sz="4084">
                <a:solidFill>
                  <a:srgbClr val="FFFFFF"/>
                </a:solidFill>
                <a:latin typeface="210 클레이토이"/>
                <a:ea typeface="210 클레이토이"/>
                <a:cs typeface="210 클레이토이"/>
                <a:sym typeface="210 클레이토이"/>
              </a:rPr>
              <a:t>University, 2020</a:t>
            </a:r>
          </a:p>
        </p:txBody>
      </p:sp>
      <p:sp>
        <p:nvSpPr>
          <p:cNvPr name="Freeform 16" id="16"/>
          <p:cNvSpPr/>
          <p:nvPr/>
        </p:nvSpPr>
        <p:spPr>
          <a:xfrm flipH="false" flipV="false" rot="1887665">
            <a:off x="14633756" y="7432503"/>
            <a:ext cx="1097491" cy="2023025"/>
          </a:xfrm>
          <a:custGeom>
            <a:avLst/>
            <a:gdLst/>
            <a:ahLst/>
            <a:cxnLst/>
            <a:rect r="r" b="b" t="t" l="l"/>
            <a:pathLst>
              <a:path h="2023025" w="1097491">
                <a:moveTo>
                  <a:pt x="0" y="0"/>
                </a:moveTo>
                <a:lnTo>
                  <a:pt x="1097491" y="0"/>
                </a:lnTo>
                <a:lnTo>
                  <a:pt x="1097491" y="2023024"/>
                </a:lnTo>
                <a:lnTo>
                  <a:pt x="0" y="202302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3331616">
            <a:off x="-1833911" y="6737298"/>
            <a:ext cx="5379349" cy="4727733"/>
          </a:xfrm>
          <a:custGeom>
            <a:avLst/>
            <a:gdLst/>
            <a:ahLst/>
            <a:cxnLst/>
            <a:rect r="r" b="b" t="t" l="l"/>
            <a:pathLst>
              <a:path h="4727733" w="5379349">
                <a:moveTo>
                  <a:pt x="0" y="0"/>
                </a:moveTo>
                <a:lnTo>
                  <a:pt x="5379349" y="0"/>
                </a:lnTo>
                <a:lnTo>
                  <a:pt x="5379349" y="4727733"/>
                </a:lnTo>
                <a:lnTo>
                  <a:pt x="0" y="472773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7310698">
            <a:off x="15010743" y="-2418835"/>
            <a:ext cx="4315728" cy="5846429"/>
          </a:xfrm>
          <a:custGeom>
            <a:avLst/>
            <a:gdLst/>
            <a:ahLst/>
            <a:cxnLst/>
            <a:rect r="r" b="b" t="t" l="l"/>
            <a:pathLst>
              <a:path h="5846429" w="4315728">
                <a:moveTo>
                  <a:pt x="0" y="0"/>
                </a:moveTo>
                <a:lnTo>
                  <a:pt x="4315728" y="0"/>
                </a:lnTo>
                <a:lnTo>
                  <a:pt x="4315728" y="5846429"/>
                </a:lnTo>
                <a:lnTo>
                  <a:pt x="0" y="58464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8F1"/>
        </a:solidFill>
      </p:bgPr>
    </p:bg>
    <p:spTree>
      <p:nvGrpSpPr>
        <p:cNvPr id="1" name=""/>
        <p:cNvGrpSpPr/>
        <p:nvPr/>
      </p:nvGrpSpPr>
      <p:grpSpPr>
        <a:xfrm>
          <a:off x="0" y="0"/>
          <a:ext cx="0" cy="0"/>
          <a:chOff x="0" y="0"/>
          <a:chExt cx="0" cy="0"/>
        </a:xfrm>
      </p:grpSpPr>
      <p:sp>
        <p:nvSpPr>
          <p:cNvPr name="Freeform 2" id="2"/>
          <p:cNvSpPr/>
          <p:nvPr/>
        </p:nvSpPr>
        <p:spPr>
          <a:xfrm flipH="false" flipV="false" rot="0">
            <a:off x="2605140" y="2799086"/>
            <a:ext cx="6240749" cy="6091533"/>
          </a:xfrm>
          <a:custGeom>
            <a:avLst/>
            <a:gdLst/>
            <a:ahLst/>
            <a:cxnLst/>
            <a:rect r="r" b="b" t="t" l="l"/>
            <a:pathLst>
              <a:path h="6091533" w="6240749">
                <a:moveTo>
                  <a:pt x="0" y="0"/>
                </a:moveTo>
                <a:lnTo>
                  <a:pt x="6240749" y="0"/>
                </a:lnTo>
                <a:lnTo>
                  <a:pt x="6240749" y="6091533"/>
                </a:lnTo>
                <a:lnTo>
                  <a:pt x="0" y="6091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3" id="3"/>
          <p:cNvPicPr>
            <a:picLocks noChangeAspect="true"/>
          </p:cNvPicPr>
          <p:nvPr/>
        </p:nvPicPr>
        <p:blipFill>
          <a:blip r:embed="rId4"/>
          <a:stretch>
            <a:fillRect/>
          </a:stretch>
        </p:blipFill>
        <p:spPr>
          <a:xfrm rot="0">
            <a:off x="3113398" y="3770020"/>
            <a:ext cx="4709274" cy="1491270"/>
          </a:xfrm>
          <a:prstGeom prst="rect">
            <a:avLst/>
          </a:prstGeom>
        </p:spPr>
      </p:pic>
      <p:sp>
        <p:nvSpPr>
          <p:cNvPr name="Freeform 4" id="4"/>
          <p:cNvSpPr/>
          <p:nvPr/>
        </p:nvSpPr>
        <p:spPr>
          <a:xfrm flipH="false" flipV="false" rot="0">
            <a:off x="9080291" y="2799086"/>
            <a:ext cx="6240749" cy="6091533"/>
          </a:xfrm>
          <a:custGeom>
            <a:avLst/>
            <a:gdLst/>
            <a:ahLst/>
            <a:cxnLst/>
            <a:rect r="r" b="b" t="t" l="l"/>
            <a:pathLst>
              <a:path h="6091533" w="6240749">
                <a:moveTo>
                  <a:pt x="0" y="0"/>
                </a:moveTo>
                <a:lnTo>
                  <a:pt x="6240749" y="0"/>
                </a:lnTo>
                <a:lnTo>
                  <a:pt x="6240749" y="6091533"/>
                </a:lnTo>
                <a:lnTo>
                  <a:pt x="0" y="6091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5" id="5"/>
          <p:cNvPicPr>
            <a:picLocks noChangeAspect="true"/>
          </p:cNvPicPr>
          <p:nvPr/>
        </p:nvPicPr>
        <p:blipFill>
          <a:blip r:embed="rId5"/>
          <a:stretch>
            <a:fillRect/>
          </a:stretch>
        </p:blipFill>
        <p:spPr>
          <a:xfrm rot="0">
            <a:off x="9846028" y="3770020"/>
            <a:ext cx="4709274" cy="1491270"/>
          </a:xfrm>
          <a:prstGeom prst="rect">
            <a:avLst/>
          </a:prstGeom>
        </p:spPr>
      </p:pic>
      <p:sp>
        <p:nvSpPr>
          <p:cNvPr name="Freeform 6" id="6"/>
          <p:cNvSpPr/>
          <p:nvPr/>
        </p:nvSpPr>
        <p:spPr>
          <a:xfrm flipH="false" flipV="false" rot="0">
            <a:off x="706086" y="2232348"/>
            <a:ext cx="1722220" cy="1722220"/>
          </a:xfrm>
          <a:custGeom>
            <a:avLst/>
            <a:gdLst/>
            <a:ahLst/>
            <a:cxnLst/>
            <a:rect r="r" b="b" t="t" l="l"/>
            <a:pathLst>
              <a:path h="1722220" w="1722220">
                <a:moveTo>
                  <a:pt x="0" y="0"/>
                </a:moveTo>
                <a:lnTo>
                  <a:pt x="1722220" y="0"/>
                </a:lnTo>
                <a:lnTo>
                  <a:pt x="1722220" y="1722220"/>
                </a:lnTo>
                <a:lnTo>
                  <a:pt x="0" y="17222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5877631" y="4302112"/>
            <a:ext cx="1715954" cy="1715954"/>
          </a:xfrm>
          <a:custGeom>
            <a:avLst/>
            <a:gdLst/>
            <a:ahLst/>
            <a:cxnLst/>
            <a:rect r="r" b="b" t="t" l="l"/>
            <a:pathLst>
              <a:path h="1715954" w="1715954">
                <a:moveTo>
                  <a:pt x="0" y="0"/>
                </a:moveTo>
                <a:lnTo>
                  <a:pt x="1715954" y="0"/>
                </a:lnTo>
                <a:lnTo>
                  <a:pt x="1715954" y="1715954"/>
                </a:lnTo>
                <a:lnTo>
                  <a:pt x="0" y="17159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1887665">
            <a:off x="16873199" y="7879106"/>
            <a:ext cx="1097491" cy="2023025"/>
          </a:xfrm>
          <a:custGeom>
            <a:avLst/>
            <a:gdLst/>
            <a:ahLst/>
            <a:cxnLst/>
            <a:rect r="r" b="b" t="t" l="l"/>
            <a:pathLst>
              <a:path h="2023025" w="1097491">
                <a:moveTo>
                  <a:pt x="0" y="0"/>
                </a:moveTo>
                <a:lnTo>
                  <a:pt x="1097491" y="0"/>
                </a:lnTo>
                <a:lnTo>
                  <a:pt x="1097491" y="2023025"/>
                </a:lnTo>
                <a:lnTo>
                  <a:pt x="0" y="20230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5263947" y="302441"/>
            <a:ext cx="7760105" cy="1285875"/>
          </a:xfrm>
          <a:prstGeom prst="rect">
            <a:avLst/>
          </a:prstGeom>
        </p:spPr>
        <p:txBody>
          <a:bodyPr anchor="t" rtlCol="false" tIns="0" lIns="0" bIns="0" rIns="0">
            <a:spAutoFit/>
          </a:bodyPr>
          <a:lstStyle/>
          <a:p>
            <a:pPr algn="ctr">
              <a:lnSpc>
                <a:spcPts val="10499"/>
              </a:lnSpc>
            </a:pPr>
            <a:r>
              <a:rPr lang="en-US" sz="7499">
                <a:solidFill>
                  <a:srgbClr val="DB5C5C"/>
                </a:solidFill>
                <a:latin typeface="210 클레이토이"/>
                <a:ea typeface="210 클레이토이"/>
                <a:cs typeface="210 클레이토이"/>
                <a:sym typeface="210 클레이토이"/>
              </a:rPr>
              <a:t>Personal Skills</a:t>
            </a:r>
          </a:p>
        </p:txBody>
      </p:sp>
      <p:sp>
        <p:nvSpPr>
          <p:cNvPr name="TextBox 10" id="10"/>
          <p:cNvSpPr txBox="true"/>
          <p:nvPr/>
        </p:nvSpPr>
        <p:spPr>
          <a:xfrm rot="0">
            <a:off x="2937994" y="3352938"/>
            <a:ext cx="5907894" cy="646344"/>
          </a:xfrm>
          <a:prstGeom prst="rect">
            <a:avLst/>
          </a:prstGeom>
        </p:spPr>
        <p:txBody>
          <a:bodyPr anchor="t" rtlCol="false" tIns="0" lIns="0" bIns="0" rIns="0">
            <a:spAutoFit/>
          </a:bodyPr>
          <a:lstStyle/>
          <a:p>
            <a:pPr algn="l">
              <a:lnSpc>
                <a:spcPts val="5257"/>
              </a:lnSpc>
            </a:pPr>
            <a:r>
              <a:rPr lang="en-US" sz="3755">
                <a:solidFill>
                  <a:srgbClr val="6B3E3E"/>
                </a:solidFill>
                <a:latin typeface="210 클레이토이"/>
                <a:ea typeface="210 클레이토이"/>
                <a:cs typeface="210 클레이토이"/>
                <a:sym typeface="210 클레이토이"/>
              </a:rPr>
              <a:t>Social Media Marketing</a:t>
            </a:r>
          </a:p>
        </p:txBody>
      </p:sp>
      <p:sp>
        <p:nvSpPr>
          <p:cNvPr name="TextBox 11" id="11"/>
          <p:cNvSpPr txBox="true"/>
          <p:nvPr/>
        </p:nvSpPr>
        <p:spPr>
          <a:xfrm rot="0">
            <a:off x="2937994" y="4955827"/>
            <a:ext cx="5441372" cy="3255010"/>
          </a:xfrm>
          <a:prstGeom prst="rect">
            <a:avLst/>
          </a:prstGeom>
        </p:spPr>
        <p:txBody>
          <a:bodyPr anchor="t" rtlCol="false" tIns="0" lIns="0" bIns="0" rIns="0">
            <a:spAutoFit/>
          </a:bodyPr>
          <a:lstStyle/>
          <a:p>
            <a:pPr algn="ctr">
              <a:lnSpc>
                <a:spcPts val="4339"/>
              </a:lnSpc>
            </a:pPr>
            <a:r>
              <a:rPr lang="en-US" sz="3099">
                <a:solidFill>
                  <a:srgbClr val="6B3E3E"/>
                </a:solidFill>
                <a:latin typeface="Arimo"/>
                <a:ea typeface="Arimo"/>
                <a:cs typeface="Arimo"/>
                <a:sym typeface="Arimo"/>
              </a:rPr>
              <a:t>Lorem ipsum dolor sit amet, consectetur adipiscing elit. Proin at purus volutpat, lobortis quam vel, finibus tortor. Quisque ultrices semper diam, in hendrerit orci maximus ut. </a:t>
            </a:r>
          </a:p>
        </p:txBody>
      </p:sp>
      <p:sp>
        <p:nvSpPr>
          <p:cNvPr name="TextBox 12" id="12"/>
          <p:cNvSpPr txBox="true"/>
          <p:nvPr/>
        </p:nvSpPr>
        <p:spPr>
          <a:xfrm rot="0">
            <a:off x="9246718" y="3352967"/>
            <a:ext cx="5907894" cy="647567"/>
          </a:xfrm>
          <a:prstGeom prst="rect">
            <a:avLst/>
          </a:prstGeom>
        </p:spPr>
        <p:txBody>
          <a:bodyPr anchor="t" rtlCol="false" tIns="0" lIns="0" bIns="0" rIns="0">
            <a:spAutoFit/>
          </a:bodyPr>
          <a:lstStyle/>
          <a:p>
            <a:pPr algn="ctr">
              <a:lnSpc>
                <a:spcPts val="5257"/>
              </a:lnSpc>
            </a:pPr>
            <a:r>
              <a:rPr lang="en-US" sz="3755">
                <a:solidFill>
                  <a:srgbClr val="6B3E3E"/>
                </a:solidFill>
                <a:latin typeface="210 클레이토이"/>
                <a:ea typeface="210 클레이토이"/>
                <a:cs typeface="210 클레이토이"/>
                <a:sym typeface="210 클레이토이"/>
              </a:rPr>
              <a:t>Content Creator</a:t>
            </a:r>
          </a:p>
        </p:txBody>
      </p:sp>
      <p:sp>
        <p:nvSpPr>
          <p:cNvPr name="TextBox 13" id="13"/>
          <p:cNvSpPr txBox="true"/>
          <p:nvPr/>
        </p:nvSpPr>
        <p:spPr>
          <a:xfrm rot="0">
            <a:off x="9479980" y="4955827"/>
            <a:ext cx="5441372" cy="3255010"/>
          </a:xfrm>
          <a:prstGeom prst="rect">
            <a:avLst/>
          </a:prstGeom>
        </p:spPr>
        <p:txBody>
          <a:bodyPr anchor="t" rtlCol="false" tIns="0" lIns="0" bIns="0" rIns="0">
            <a:spAutoFit/>
          </a:bodyPr>
          <a:lstStyle/>
          <a:p>
            <a:pPr algn="ctr">
              <a:lnSpc>
                <a:spcPts val="4339"/>
              </a:lnSpc>
            </a:pPr>
            <a:r>
              <a:rPr lang="en-US" sz="3099">
                <a:solidFill>
                  <a:srgbClr val="6B3E3E"/>
                </a:solidFill>
                <a:latin typeface="Arimo"/>
                <a:ea typeface="Arimo"/>
                <a:cs typeface="Arimo"/>
                <a:sym typeface="Arimo"/>
              </a:rPr>
              <a:t>Lorem ipsum dolor sit amet, consectetur adipiscing elit. Proin at purus volutpat, lobortis quam vel, finibus tortor. Quisque ultrices semper diam, in hendrerit orci maximus ut. </a:t>
            </a:r>
          </a:p>
        </p:txBody>
      </p:sp>
      <p:sp>
        <p:nvSpPr>
          <p:cNvPr name="Freeform 14" id="14"/>
          <p:cNvSpPr/>
          <p:nvPr/>
        </p:nvSpPr>
        <p:spPr>
          <a:xfrm flipH="false" flipV="false" rot="3331616">
            <a:off x="-1833911" y="6737298"/>
            <a:ext cx="5379349" cy="4727733"/>
          </a:xfrm>
          <a:custGeom>
            <a:avLst/>
            <a:gdLst/>
            <a:ahLst/>
            <a:cxnLst/>
            <a:rect r="r" b="b" t="t" l="l"/>
            <a:pathLst>
              <a:path h="4727733" w="5379349">
                <a:moveTo>
                  <a:pt x="0" y="0"/>
                </a:moveTo>
                <a:lnTo>
                  <a:pt x="5379349" y="0"/>
                </a:lnTo>
                <a:lnTo>
                  <a:pt x="5379349" y="4727733"/>
                </a:lnTo>
                <a:lnTo>
                  <a:pt x="0" y="472773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7310698">
            <a:off x="15010743" y="-2418835"/>
            <a:ext cx="4315728" cy="5846429"/>
          </a:xfrm>
          <a:custGeom>
            <a:avLst/>
            <a:gdLst/>
            <a:ahLst/>
            <a:cxnLst/>
            <a:rect r="r" b="b" t="t" l="l"/>
            <a:pathLst>
              <a:path h="5846429" w="4315728">
                <a:moveTo>
                  <a:pt x="0" y="0"/>
                </a:moveTo>
                <a:lnTo>
                  <a:pt x="4315728" y="0"/>
                </a:lnTo>
                <a:lnTo>
                  <a:pt x="4315728" y="5846429"/>
                </a:lnTo>
                <a:lnTo>
                  <a:pt x="0" y="584642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8F1"/>
        </a:solidFill>
      </p:bgPr>
    </p:bg>
    <p:spTree>
      <p:nvGrpSpPr>
        <p:cNvPr id="1" name=""/>
        <p:cNvGrpSpPr/>
        <p:nvPr/>
      </p:nvGrpSpPr>
      <p:grpSpPr>
        <a:xfrm>
          <a:off x="0" y="0"/>
          <a:ext cx="0" cy="0"/>
          <a:chOff x="0" y="0"/>
          <a:chExt cx="0" cy="0"/>
        </a:xfrm>
      </p:grpSpPr>
      <p:sp>
        <p:nvSpPr>
          <p:cNvPr name="Freeform 2" id="2"/>
          <p:cNvSpPr/>
          <p:nvPr/>
        </p:nvSpPr>
        <p:spPr>
          <a:xfrm flipH="false" flipV="false" rot="0">
            <a:off x="1285606" y="4094357"/>
            <a:ext cx="4736745" cy="4622687"/>
          </a:xfrm>
          <a:custGeom>
            <a:avLst/>
            <a:gdLst/>
            <a:ahLst/>
            <a:cxnLst/>
            <a:rect r="r" b="b" t="t" l="l"/>
            <a:pathLst>
              <a:path h="4622687" w="4736745">
                <a:moveTo>
                  <a:pt x="0" y="0"/>
                </a:moveTo>
                <a:lnTo>
                  <a:pt x="4736745" y="0"/>
                </a:lnTo>
                <a:lnTo>
                  <a:pt x="4736745" y="4622687"/>
                </a:lnTo>
                <a:lnTo>
                  <a:pt x="0" y="46226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3653979" y="3389161"/>
            <a:ext cx="9886544" cy="0"/>
          </a:xfrm>
          <a:prstGeom prst="line">
            <a:avLst/>
          </a:prstGeom>
          <a:ln cap="flat" w="38100">
            <a:solidFill>
              <a:srgbClr val="000000"/>
            </a:solidFill>
            <a:prstDash val="solid"/>
            <a:headEnd type="none" len="sm" w="sm"/>
            <a:tailEnd type="none" len="sm" w="sm"/>
          </a:ln>
        </p:spPr>
      </p:sp>
      <p:grpSp>
        <p:nvGrpSpPr>
          <p:cNvPr name="Group 4" id="4"/>
          <p:cNvGrpSpPr/>
          <p:nvPr/>
        </p:nvGrpSpPr>
        <p:grpSpPr>
          <a:xfrm rot="0">
            <a:off x="6309665" y="3262417"/>
            <a:ext cx="253488" cy="253488"/>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B3E3E"/>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739640" y="2987824"/>
            <a:ext cx="3828677" cy="802674"/>
            <a:chOff x="0" y="0"/>
            <a:chExt cx="1008376" cy="211404"/>
          </a:xfrm>
        </p:grpSpPr>
        <p:sp>
          <p:nvSpPr>
            <p:cNvPr name="Freeform 8" id="8"/>
            <p:cNvSpPr/>
            <p:nvPr/>
          </p:nvSpPr>
          <p:spPr>
            <a:xfrm flipH="false" flipV="false" rot="0">
              <a:off x="0" y="0"/>
              <a:ext cx="1008376" cy="211404"/>
            </a:xfrm>
            <a:custGeom>
              <a:avLst/>
              <a:gdLst/>
              <a:ahLst/>
              <a:cxnLst/>
              <a:rect r="r" b="b" t="t" l="l"/>
              <a:pathLst>
                <a:path h="211404" w="1008376">
                  <a:moveTo>
                    <a:pt x="103126" y="0"/>
                  </a:moveTo>
                  <a:lnTo>
                    <a:pt x="905249" y="0"/>
                  </a:lnTo>
                  <a:cubicBezTo>
                    <a:pt x="962205" y="0"/>
                    <a:pt x="1008376" y="46171"/>
                    <a:pt x="1008376" y="103126"/>
                  </a:cubicBezTo>
                  <a:lnTo>
                    <a:pt x="1008376" y="108277"/>
                  </a:lnTo>
                  <a:cubicBezTo>
                    <a:pt x="1008376" y="165233"/>
                    <a:pt x="962205" y="211404"/>
                    <a:pt x="905249" y="211404"/>
                  </a:cubicBezTo>
                  <a:lnTo>
                    <a:pt x="103126" y="211404"/>
                  </a:lnTo>
                  <a:cubicBezTo>
                    <a:pt x="75776" y="211404"/>
                    <a:pt x="49545" y="200539"/>
                    <a:pt x="30205" y="181199"/>
                  </a:cubicBezTo>
                  <a:cubicBezTo>
                    <a:pt x="10865" y="161859"/>
                    <a:pt x="0" y="135628"/>
                    <a:pt x="0" y="108277"/>
                  </a:cubicBezTo>
                  <a:lnTo>
                    <a:pt x="0" y="103126"/>
                  </a:lnTo>
                  <a:cubicBezTo>
                    <a:pt x="0" y="75776"/>
                    <a:pt x="10865" y="49545"/>
                    <a:pt x="30205" y="30205"/>
                  </a:cubicBezTo>
                  <a:cubicBezTo>
                    <a:pt x="49545" y="10865"/>
                    <a:pt x="75776" y="0"/>
                    <a:pt x="103126" y="0"/>
                  </a:cubicBezTo>
                  <a:close/>
                </a:path>
              </a:pathLst>
            </a:custGeom>
            <a:solidFill>
              <a:srgbClr val="DB5C5C"/>
            </a:solidFill>
          </p:spPr>
        </p:sp>
        <p:sp>
          <p:nvSpPr>
            <p:cNvPr name="TextBox 9" id="9"/>
            <p:cNvSpPr txBox="true"/>
            <p:nvPr/>
          </p:nvSpPr>
          <p:spPr>
            <a:xfrm>
              <a:off x="0" y="-38100"/>
              <a:ext cx="1008376" cy="249504"/>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6850466" y="4094357"/>
            <a:ext cx="4736745" cy="4622687"/>
          </a:xfrm>
          <a:custGeom>
            <a:avLst/>
            <a:gdLst/>
            <a:ahLst/>
            <a:cxnLst/>
            <a:rect r="r" b="b" t="t" l="l"/>
            <a:pathLst>
              <a:path h="4622687" w="4736745">
                <a:moveTo>
                  <a:pt x="0" y="0"/>
                </a:moveTo>
                <a:lnTo>
                  <a:pt x="4736745" y="0"/>
                </a:lnTo>
                <a:lnTo>
                  <a:pt x="4736745" y="4622687"/>
                </a:lnTo>
                <a:lnTo>
                  <a:pt x="0" y="46226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7304500" y="2987824"/>
            <a:ext cx="3828677" cy="802674"/>
            <a:chOff x="0" y="0"/>
            <a:chExt cx="1008376" cy="211404"/>
          </a:xfrm>
        </p:grpSpPr>
        <p:sp>
          <p:nvSpPr>
            <p:cNvPr name="Freeform 12" id="12"/>
            <p:cNvSpPr/>
            <p:nvPr/>
          </p:nvSpPr>
          <p:spPr>
            <a:xfrm flipH="false" flipV="false" rot="0">
              <a:off x="0" y="0"/>
              <a:ext cx="1008376" cy="211404"/>
            </a:xfrm>
            <a:custGeom>
              <a:avLst/>
              <a:gdLst/>
              <a:ahLst/>
              <a:cxnLst/>
              <a:rect r="r" b="b" t="t" l="l"/>
              <a:pathLst>
                <a:path h="211404" w="1008376">
                  <a:moveTo>
                    <a:pt x="103126" y="0"/>
                  </a:moveTo>
                  <a:lnTo>
                    <a:pt x="905249" y="0"/>
                  </a:lnTo>
                  <a:cubicBezTo>
                    <a:pt x="962205" y="0"/>
                    <a:pt x="1008376" y="46171"/>
                    <a:pt x="1008376" y="103126"/>
                  </a:cubicBezTo>
                  <a:lnTo>
                    <a:pt x="1008376" y="108277"/>
                  </a:lnTo>
                  <a:cubicBezTo>
                    <a:pt x="1008376" y="165233"/>
                    <a:pt x="962205" y="211404"/>
                    <a:pt x="905249" y="211404"/>
                  </a:cubicBezTo>
                  <a:lnTo>
                    <a:pt x="103126" y="211404"/>
                  </a:lnTo>
                  <a:cubicBezTo>
                    <a:pt x="75776" y="211404"/>
                    <a:pt x="49545" y="200539"/>
                    <a:pt x="30205" y="181199"/>
                  </a:cubicBezTo>
                  <a:cubicBezTo>
                    <a:pt x="10865" y="161859"/>
                    <a:pt x="0" y="135628"/>
                    <a:pt x="0" y="108277"/>
                  </a:cubicBezTo>
                  <a:lnTo>
                    <a:pt x="0" y="103126"/>
                  </a:lnTo>
                  <a:cubicBezTo>
                    <a:pt x="0" y="75776"/>
                    <a:pt x="10865" y="49545"/>
                    <a:pt x="30205" y="30205"/>
                  </a:cubicBezTo>
                  <a:cubicBezTo>
                    <a:pt x="49545" y="10865"/>
                    <a:pt x="75776" y="0"/>
                    <a:pt x="103126" y="0"/>
                  </a:cubicBezTo>
                  <a:close/>
                </a:path>
              </a:pathLst>
            </a:custGeom>
            <a:solidFill>
              <a:srgbClr val="DB5C5C"/>
            </a:solidFill>
          </p:spPr>
        </p:sp>
        <p:sp>
          <p:nvSpPr>
            <p:cNvPr name="TextBox 13" id="13"/>
            <p:cNvSpPr txBox="true"/>
            <p:nvPr/>
          </p:nvSpPr>
          <p:spPr>
            <a:xfrm>
              <a:off x="0" y="-38100"/>
              <a:ext cx="1008376" cy="249504"/>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550161" y="4475308"/>
            <a:ext cx="4018157" cy="3794110"/>
          </a:xfrm>
          <a:prstGeom prst="rect">
            <a:avLst/>
          </a:prstGeom>
        </p:spPr>
        <p:txBody>
          <a:bodyPr anchor="t" rtlCol="false" tIns="0" lIns="0" bIns="0" rIns="0">
            <a:spAutoFit/>
          </a:bodyPr>
          <a:lstStyle/>
          <a:p>
            <a:pPr algn="ctr">
              <a:lnSpc>
                <a:spcPts val="3753"/>
              </a:lnSpc>
            </a:pPr>
            <a:r>
              <a:rPr lang="en-US" sz="2681">
                <a:solidFill>
                  <a:srgbClr val="000000"/>
                </a:solidFill>
                <a:latin typeface="Arimo"/>
                <a:ea typeface="Arimo"/>
                <a:cs typeface="Arimo"/>
                <a:sym typeface="Arimo"/>
              </a:rPr>
              <a:t>Lorem ipsum dolor sit amet, consectetur adipiscing elit. Proin at purus volutpat, lobortis quam vel, finibus tortor. Quisque ultrices semper diam, in hendrerit orci maximus ut. </a:t>
            </a:r>
          </a:p>
        </p:txBody>
      </p:sp>
      <p:sp>
        <p:nvSpPr>
          <p:cNvPr name="TextBox 15" id="15"/>
          <p:cNvSpPr txBox="true"/>
          <p:nvPr/>
        </p:nvSpPr>
        <p:spPr>
          <a:xfrm rot="0">
            <a:off x="3495210" y="618004"/>
            <a:ext cx="11297579" cy="1295400"/>
          </a:xfrm>
          <a:prstGeom prst="rect">
            <a:avLst/>
          </a:prstGeom>
        </p:spPr>
        <p:txBody>
          <a:bodyPr anchor="t" rtlCol="false" tIns="0" lIns="0" bIns="0" rIns="0">
            <a:spAutoFit/>
          </a:bodyPr>
          <a:lstStyle/>
          <a:p>
            <a:pPr algn="ctr">
              <a:lnSpc>
                <a:spcPts val="10500"/>
              </a:lnSpc>
            </a:pPr>
            <a:r>
              <a:rPr lang="en-US" sz="7500">
                <a:solidFill>
                  <a:srgbClr val="DB5C5C"/>
                </a:solidFill>
                <a:latin typeface="210 클레이토이"/>
                <a:ea typeface="210 클레이토이"/>
                <a:cs typeface="210 클레이토이"/>
                <a:sym typeface="210 클레이토이"/>
              </a:rPr>
              <a:t>Work Experience</a:t>
            </a:r>
          </a:p>
        </p:txBody>
      </p:sp>
      <p:sp>
        <p:nvSpPr>
          <p:cNvPr name="TextBox 16" id="16"/>
          <p:cNvSpPr txBox="true"/>
          <p:nvPr/>
        </p:nvSpPr>
        <p:spPr>
          <a:xfrm rot="0">
            <a:off x="2167354" y="3042569"/>
            <a:ext cx="2973249" cy="607458"/>
          </a:xfrm>
          <a:prstGeom prst="rect">
            <a:avLst/>
          </a:prstGeom>
        </p:spPr>
        <p:txBody>
          <a:bodyPr anchor="t" rtlCol="false" tIns="0" lIns="0" bIns="0" rIns="0">
            <a:spAutoFit/>
          </a:bodyPr>
          <a:lstStyle/>
          <a:p>
            <a:pPr algn="ctr">
              <a:lnSpc>
                <a:spcPts val="4806"/>
              </a:lnSpc>
            </a:pPr>
            <a:r>
              <a:rPr lang="en-US" sz="3433">
                <a:solidFill>
                  <a:srgbClr val="FFFFFF"/>
                </a:solidFill>
                <a:latin typeface="210 클레이토이"/>
                <a:ea typeface="210 클레이토이"/>
                <a:cs typeface="210 클레이토이"/>
                <a:sym typeface="210 클레이토이"/>
              </a:rPr>
              <a:t>Illustrator</a:t>
            </a:r>
          </a:p>
        </p:txBody>
      </p:sp>
      <p:sp>
        <p:nvSpPr>
          <p:cNvPr name="TextBox 17" id="17"/>
          <p:cNvSpPr txBox="true"/>
          <p:nvPr/>
        </p:nvSpPr>
        <p:spPr>
          <a:xfrm rot="0">
            <a:off x="7209760" y="4475308"/>
            <a:ext cx="4018157" cy="3794110"/>
          </a:xfrm>
          <a:prstGeom prst="rect">
            <a:avLst/>
          </a:prstGeom>
        </p:spPr>
        <p:txBody>
          <a:bodyPr anchor="t" rtlCol="false" tIns="0" lIns="0" bIns="0" rIns="0">
            <a:spAutoFit/>
          </a:bodyPr>
          <a:lstStyle/>
          <a:p>
            <a:pPr algn="ctr">
              <a:lnSpc>
                <a:spcPts val="3753"/>
              </a:lnSpc>
            </a:pPr>
            <a:r>
              <a:rPr lang="en-US" sz="2681">
                <a:solidFill>
                  <a:srgbClr val="000000"/>
                </a:solidFill>
                <a:latin typeface="Arimo"/>
                <a:ea typeface="Arimo"/>
                <a:cs typeface="Arimo"/>
                <a:sym typeface="Arimo"/>
              </a:rPr>
              <a:t>Lorem ipsum dolor sit amet, consectetur adipiscing elit. Proin at purus volutpat, lobortis quam vel, finibus tortor. Quisque ultrices semper diam, in hendrerit orci maximus ut. </a:t>
            </a:r>
          </a:p>
        </p:txBody>
      </p:sp>
      <p:sp>
        <p:nvSpPr>
          <p:cNvPr name="TextBox 18" id="18"/>
          <p:cNvSpPr txBox="true"/>
          <p:nvPr/>
        </p:nvSpPr>
        <p:spPr>
          <a:xfrm rot="0">
            <a:off x="7732214" y="3042569"/>
            <a:ext cx="2973249" cy="607458"/>
          </a:xfrm>
          <a:prstGeom prst="rect">
            <a:avLst/>
          </a:prstGeom>
        </p:spPr>
        <p:txBody>
          <a:bodyPr anchor="t" rtlCol="false" tIns="0" lIns="0" bIns="0" rIns="0">
            <a:spAutoFit/>
          </a:bodyPr>
          <a:lstStyle/>
          <a:p>
            <a:pPr algn="ctr">
              <a:lnSpc>
                <a:spcPts val="4806"/>
              </a:lnSpc>
            </a:pPr>
            <a:r>
              <a:rPr lang="en-US" sz="3433">
                <a:solidFill>
                  <a:srgbClr val="FFFFFF"/>
                </a:solidFill>
                <a:latin typeface="210 클레이토이"/>
                <a:ea typeface="210 클레이토이"/>
                <a:cs typeface="210 클레이토이"/>
                <a:sym typeface="210 클레이토이"/>
              </a:rPr>
              <a:t>Animator</a:t>
            </a:r>
          </a:p>
        </p:txBody>
      </p:sp>
      <p:grpSp>
        <p:nvGrpSpPr>
          <p:cNvPr name="Group 19" id="19"/>
          <p:cNvGrpSpPr/>
          <p:nvPr/>
        </p:nvGrpSpPr>
        <p:grpSpPr>
          <a:xfrm rot="0">
            <a:off x="11996249" y="3262417"/>
            <a:ext cx="253488" cy="25348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B3E3E"/>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12583937" y="4094357"/>
            <a:ext cx="4736745" cy="4622687"/>
          </a:xfrm>
          <a:custGeom>
            <a:avLst/>
            <a:gdLst/>
            <a:ahLst/>
            <a:cxnLst/>
            <a:rect r="r" b="b" t="t" l="l"/>
            <a:pathLst>
              <a:path h="4622687" w="4736745">
                <a:moveTo>
                  <a:pt x="0" y="0"/>
                </a:moveTo>
                <a:lnTo>
                  <a:pt x="4736745" y="0"/>
                </a:lnTo>
                <a:lnTo>
                  <a:pt x="4736745" y="4622687"/>
                </a:lnTo>
                <a:lnTo>
                  <a:pt x="0" y="46226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3" id="23"/>
          <p:cNvGrpSpPr/>
          <p:nvPr/>
        </p:nvGrpSpPr>
        <p:grpSpPr>
          <a:xfrm rot="0">
            <a:off x="13112809" y="2987824"/>
            <a:ext cx="3828677" cy="802674"/>
            <a:chOff x="0" y="0"/>
            <a:chExt cx="1008376" cy="211404"/>
          </a:xfrm>
        </p:grpSpPr>
        <p:sp>
          <p:nvSpPr>
            <p:cNvPr name="Freeform 24" id="24"/>
            <p:cNvSpPr/>
            <p:nvPr/>
          </p:nvSpPr>
          <p:spPr>
            <a:xfrm flipH="false" flipV="false" rot="0">
              <a:off x="0" y="0"/>
              <a:ext cx="1008376" cy="211404"/>
            </a:xfrm>
            <a:custGeom>
              <a:avLst/>
              <a:gdLst/>
              <a:ahLst/>
              <a:cxnLst/>
              <a:rect r="r" b="b" t="t" l="l"/>
              <a:pathLst>
                <a:path h="211404" w="1008376">
                  <a:moveTo>
                    <a:pt x="103126" y="0"/>
                  </a:moveTo>
                  <a:lnTo>
                    <a:pt x="905249" y="0"/>
                  </a:lnTo>
                  <a:cubicBezTo>
                    <a:pt x="962205" y="0"/>
                    <a:pt x="1008376" y="46171"/>
                    <a:pt x="1008376" y="103126"/>
                  </a:cubicBezTo>
                  <a:lnTo>
                    <a:pt x="1008376" y="108277"/>
                  </a:lnTo>
                  <a:cubicBezTo>
                    <a:pt x="1008376" y="165233"/>
                    <a:pt x="962205" y="211404"/>
                    <a:pt x="905249" y="211404"/>
                  </a:cubicBezTo>
                  <a:lnTo>
                    <a:pt x="103126" y="211404"/>
                  </a:lnTo>
                  <a:cubicBezTo>
                    <a:pt x="75776" y="211404"/>
                    <a:pt x="49545" y="200539"/>
                    <a:pt x="30205" y="181199"/>
                  </a:cubicBezTo>
                  <a:cubicBezTo>
                    <a:pt x="10865" y="161859"/>
                    <a:pt x="0" y="135628"/>
                    <a:pt x="0" y="108277"/>
                  </a:cubicBezTo>
                  <a:lnTo>
                    <a:pt x="0" y="103126"/>
                  </a:lnTo>
                  <a:cubicBezTo>
                    <a:pt x="0" y="75776"/>
                    <a:pt x="10865" y="49545"/>
                    <a:pt x="30205" y="30205"/>
                  </a:cubicBezTo>
                  <a:cubicBezTo>
                    <a:pt x="49545" y="10865"/>
                    <a:pt x="75776" y="0"/>
                    <a:pt x="103126" y="0"/>
                  </a:cubicBezTo>
                  <a:close/>
                </a:path>
              </a:pathLst>
            </a:custGeom>
            <a:solidFill>
              <a:srgbClr val="DB5C5C"/>
            </a:solidFill>
          </p:spPr>
        </p:sp>
        <p:sp>
          <p:nvSpPr>
            <p:cNvPr name="TextBox 25" id="25"/>
            <p:cNvSpPr txBox="true"/>
            <p:nvPr/>
          </p:nvSpPr>
          <p:spPr>
            <a:xfrm>
              <a:off x="0" y="-38100"/>
              <a:ext cx="1008376" cy="249504"/>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12848491" y="4475308"/>
            <a:ext cx="4018157" cy="3794110"/>
          </a:xfrm>
          <a:prstGeom prst="rect">
            <a:avLst/>
          </a:prstGeom>
        </p:spPr>
        <p:txBody>
          <a:bodyPr anchor="t" rtlCol="false" tIns="0" lIns="0" bIns="0" rIns="0">
            <a:spAutoFit/>
          </a:bodyPr>
          <a:lstStyle/>
          <a:p>
            <a:pPr algn="ctr">
              <a:lnSpc>
                <a:spcPts val="3753"/>
              </a:lnSpc>
            </a:pPr>
            <a:r>
              <a:rPr lang="en-US" sz="2681">
                <a:solidFill>
                  <a:srgbClr val="000000"/>
                </a:solidFill>
                <a:latin typeface="Arimo"/>
                <a:ea typeface="Arimo"/>
                <a:cs typeface="Arimo"/>
                <a:sym typeface="Arimo"/>
              </a:rPr>
              <a:t>Lorem ipsum dolor sit amet, consectetur adipiscing elit. Proin at purus volutpat, lobortis quam vel, finibus tortor. Quisque ultrices semper diam, in hendrerit orci maximus ut. </a:t>
            </a:r>
          </a:p>
        </p:txBody>
      </p:sp>
      <p:sp>
        <p:nvSpPr>
          <p:cNvPr name="TextBox 27" id="27"/>
          <p:cNvSpPr txBox="true"/>
          <p:nvPr/>
        </p:nvSpPr>
        <p:spPr>
          <a:xfrm rot="0">
            <a:off x="13540523" y="3042569"/>
            <a:ext cx="2973249" cy="607458"/>
          </a:xfrm>
          <a:prstGeom prst="rect">
            <a:avLst/>
          </a:prstGeom>
        </p:spPr>
        <p:txBody>
          <a:bodyPr anchor="t" rtlCol="false" tIns="0" lIns="0" bIns="0" rIns="0">
            <a:spAutoFit/>
          </a:bodyPr>
          <a:lstStyle/>
          <a:p>
            <a:pPr algn="ctr">
              <a:lnSpc>
                <a:spcPts val="4806"/>
              </a:lnSpc>
            </a:pPr>
            <a:r>
              <a:rPr lang="en-US" sz="3433">
                <a:solidFill>
                  <a:srgbClr val="FFFFFF"/>
                </a:solidFill>
                <a:latin typeface="210 클레이토이"/>
                <a:ea typeface="210 클레이토이"/>
                <a:cs typeface="210 클레이토이"/>
                <a:sym typeface="210 클레이토이"/>
              </a:rPr>
              <a:t>Branding</a:t>
            </a:r>
          </a:p>
        </p:txBody>
      </p:sp>
      <p:sp>
        <p:nvSpPr>
          <p:cNvPr name="Freeform 28" id="28"/>
          <p:cNvSpPr/>
          <p:nvPr/>
        </p:nvSpPr>
        <p:spPr>
          <a:xfrm flipH="false" flipV="false" rot="0">
            <a:off x="1739640" y="753025"/>
            <a:ext cx="1294242" cy="1339448"/>
          </a:xfrm>
          <a:custGeom>
            <a:avLst/>
            <a:gdLst/>
            <a:ahLst/>
            <a:cxnLst/>
            <a:rect r="r" b="b" t="t" l="l"/>
            <a:pathLst>
              <a:path h="1339448" w="1294242">
                <a:moveTo>
                  <a:pt x="0" y="0"/>
                </a:moveTo>
                <a:lnTo>
                  <a:pt x="1294242" y="0"/>
                </a:lnTo>
                <a:lnTo>
                  <a:pt x="1294242" y="1339449"/>
                </a:lnTo>
                <a:lnTo>
                  <a:pt x="0" y="13394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false" flipV="false" rot="3331616">
            <a:off x="-1833911" y="6737298"/>
            <a:ext cx="5379349" cy="4727733"/>
          </a:xfrm>
          <a:custGeom>
            <a:avLst/>
            <a:gdLst/>
            <a:ahLst/>
            <a:cxnLst/>
            <a:rect r="r" b="b" t="t" l="l"/>
            <a:pathLst>
              <a:path h="4727733" w="5379349">
                <a:moveTo>
                  <a:pt x="0" y="0"/>
                </a:moveTo>
                <a:lnTo>
                  <a:pt x="5379349" y="0"/>
                </a:lnTo>
                <a:lnTo>
                  <a:pt x="5379349" y="4727733"/>
                </a:lnTo>
                <a:lnTo>
                  <a:pt x="0" y="47277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0" id="30"/>
          <p:cNvSpPr/>
          <p:nvPr/>
        </p:nvSpPr>
        <p:spPr>
          <a:xfrm flipH="false" flipV="false" rot="7310698">
            <a:off x="15010743" y="-2418835"/>
            <a:ext cx="4315728" cy="5846429"/>
          </a:xfrm>
          <a:custGeom>
            <a:avLst/>
            <a:gdLst/>
            <a:ahLst/>
            <a:cxnLst/>
            <a:rect r="r" b="b" t="t" l="l"/>
            <a:pathLst>
              <a:path h="5846429" w="4315728">
                <a:moveTo>
                  <a:pt x="0" y="0"/>
                </a:moveTo>
                <a:lnTo>
                  <a:pt x="4315728" y="0"/>
                </a:lnTo>
                <a:lnTo>
                  <a:pt x="4315728" y="5846429"/>
                </a:lnTo>
                <a:lnTo>
                  <a:pt x="0" y="58464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8F1"/>
        </a:solidFill>
      </p:bgPr>
    </p:bg>
    <p:spTree>
      <p:nvGrpSpPr>
        <p:cNvPr id="1" name=""/>
        <p:cNvGrpSpPr/>
        <p:nvPr/>
      </p:nvGrpSpPr>
      <p:grpSpPr>
        <a:xfrm>
          <a:off x="0" y="0"/>
          <a:ext cx="0" cy="0"/>
          <a:chOff x="0" y="0"/>
          <a:chExt cx="0" cy="0"/>
        </a:xfrm>
      </p:grpSpPr>
      <p:sp>
        <p:nvSpPr>
          <p:cNvPr name="Freeform 2" id="2"/>
          <p:cNvSpPr/>
          <p:nvPr/>
        </p:nvSpPr>
        <p:spPr>
          <a:xfrm flipH="false" flipV="false" rot="371216">
            <a:off x="3220271" y="1160034"/>
            <a:ext cx="1431617" cy="2638926"/>
          </a:xfrm>
          <a:custGeom>
            <a:avLst/>
            <a:gdLst/>
            <a:ahLst/>
            <a:cxnLst/>
            <a:rect r="r" b="b" t="t" l="l"/>
            <a:pathLst>
              <a:path h="2638926" w="1431617">
                <a:moveTo>
                  <a:pt x="0" y="0"/>
                </a:moveTo>
                <a:lnTo>
                  <a:pt x="1431617" y="0"/>
                </a:lnTo>
                <a:lnTo>
                  <a:pt x="1431617" y="2638926"/>
                </a:lnTo>
                <a:lnTo>
                  <a:pt x="0" y="2638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56487" y="459299"/>
            <a:ext cx="8575026" cy="8799001"/>
          </a:xfrm>
          <a:custGeom>
            <a:avLst/>
            <a:gdLst/>
            <a:ahLst/>
            <a:cxnLst/>
            <a:rect r="r" b="b" t="t" l="l"/>
            <a:pathLst>
              <a:path h="8799001" w="8575026">
                <a:moveTo>
                  <a:pt x="0" y="0"/>
                </a:moveTo>
                <a:lnTo>
                  <a:pt x="8575026" y="0"/>
                </a:lnTo>
                <a:lnTo>
                  <a:pt x="8575026" y="8799001"/>
                </a:lnTo>
                <a:lnTo>
                  <a:pt x="0" y="87990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200037" y="5028783"/>
            <a:ext cx="7887925" cy="3258231"/>
          </a:xfrm>
          <a:prstGeom prst="rect">
            <a:avLst/>
          </a:prstGeom>
        </p:spPr>
        <p:txBody>
          <a:bodyPr anchor="t" rtlCol="false" tIns="0" lIns="0" bIns="0" rIns="0">
            <a:spAutoFit/>
          </a:bodyPr>
          <a:lstStyle/>
          <a:p>
            <a:pPr algn="ctr">
              <a:lnSpc>
                <a:spcPts val="12605"/>
              </a:lnSpc>
            </a:pPr>
            <a:r>
              <a:rPr lang="en-US" sz="11891">
                <a:solidFill>
                  <a:srgbClr val="DB5C5C"/>
                </a:solidFill>
                <a:latin typeface="210 클레이토이"/>
                <a:ea typeface="210 클레이토이"/>
                <a:cs typeface="210 클레이토이"/>
                <a:sym typeface="210 클레이토이"/>
              </a:rPr>
              <a:t>Portfolio</a:t>
            </a:r>
          </a:p>
          <a:p>
            <a:pPr algn="ctr">
              <a:lnSpc>
                <a:spcPts val="12605"/>
              </a:lnSpc>
            </a:pPr>
            <a:r>
              <a:rPr lang="en-US" sz="11891">
                <a:solidFill>
                  <a:srgbClr val="DB5C5C"/>
                </a:solidFill>
                <a:latin typeface="210 클레이토이"/>
                <a:ea typeface="210 클레이토이"/>
                <a:cs typeface="210 클레이토이"/>
                <a:sym typeface="210 클레이토이"/>
              </a:rPr>
              <a:t>Project</a:t>
            </a:r>
          </a:p>
        </p:txBody>
      </p:sp>
      <p:sp>
        <p:nvSpPr>
          <p:cNvPr name="Freeform 5" id="5"/>
          <p:cNvSpPr/>
          <p:nvPr/>
        </p:nvSpPr>
        <p:spPr>
          <a:xfrm flipH="false" flipV="false" rot="0">
            <a:off x="14157889" y="7128328"/>
            <a:ext cx="1766701" cy="1828410"/>
          </a:xfrm>
          <a:custGeom>
            <a:avLst/>
            <a:gdLst/>
            <a:ahLst/>
            <a:cxnLst/>
            <a:rect r="r" b="b" t="t" l="l"/>
            <a:pathLst>
              <a:path h="1828410" w="1766701">
                <a:moveTo>
                  <a:pt x="0" y="0"/>
                </a:moveTo>
                <a:lnTo>
                  <a:pt x="1766701" y="0"/>
                </a:lnTo>
                <a:lnTo>
                  <a:pt x="1766701" y="1828410"/>
                </a:lnTo>
                <a:lnTo>
                  <a:pt x="0" y="18284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3331616">
            <a:off x="-1833911" y="6737298"/>
            <a:ext cx="5379349" cy="4727733"/>
          </a:xfrm>
          <a:custGeom>
            <a:avLst/>
            <a:gdLst/>
            <a:ahLst/>
            <a:cxnLst/>
            <a:rect r="r" b="b" t="t" l="l"/>
            <a:pathLst>
              <a:path h="4727733" w="5379349">
                <a:moveTo>
                  <a:pt x="0" y="0"/>
                </a:moveTo>
                <a:lnTo>
                  <a:pt x="5379349" y="0"/>
                </a:lnTo>
                <a:lnTo>
                  <a:pt x="5379349" y="4727733"/>
                </a:lnTo>
                <a:lnTo>
                  <a:pt x="0" y="47277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7310698">
            <a:off x="15010743" y="-2418835"/>
            <a:ext cx="4315728" cy="5846429"/>
          </a:xfrm>
          <a:custGeom>
            <a:avLst/>
            <a:gdLst/>
            <a:ahLst/>
            <a:cxnLst/>
            <a:rect r="r" b="b" t="t" l="l"/>
            <a:pathLst>
              <a:path h="5846429" w="4315728">
                <a:moveTo>
                  <a:pt x="0" y="0"/>
                </a:moveTo>
                <a:lnTo>
                  <a:pt x="4315728" y="0"/>
                </a:lnTo>
                <a:lnTo>
                  <a:pt x="4315728" y="5846429"/>
                </a:lnTo>
                <a:lnTo>
                  <a:pt x="0" y="58464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8F1"/>
        </a:solidFill>
      </p:bgPr>
    </p:bg>
    <p:spTree>
      <p:nvGrpSpPr>
        <p:cNvPr id="1" name=""/>
        <p:cNvGrpSpPr/>
        <p:nvPr/>
      </p:nvGrpSpPr>
      <p:grpSpPr>
        <a:xfrm>
          <a:off x="0" y="0"/>
          <a:ext cx="0" cy="0"/>
          <a:chOff x="0" y="0"/>
          <a:chExt cx="0" cy="0"/>
        </a:xfrm>
      </p:grpSpPr>
      <p:sp>
        <p:nvSpPr>
          <p:cNvPr name="Freeform 2" id="2"/>
          <p:cNvSpPr/>
          <p:nvPr/>
        </p:nvSpPr>
        <p:spPr>
          <a:xfrm flipH="true" flipV="false" rot="0">
            <a:off x="7584093" y="3581451"/>
            <a:ext cx="9751296" cy="5485739"/>
          </a:xfrm>
          <a:custGeom>
            <a:avLst/>
            <a:gdLst/>
            <a:ahLst/>
            <a:cxnLst/>
            <a:rect r="r" b="b" t="t" l="l"/>
            <a:pathLst>
              <a:path h="5485739" w="9751296">
                <a:moveTo>
                  <a:pt x="9751296" y="0"/>
                </a:moveTo>
                <a:lnTo>
                  <a:pt x="0" y="0"/>
                </a:lnTo>
                <a:lnTo>
                  <a:pt x="0" y="5485740"/>
                </a:lnTo>
                <a:lnTo>
                  <a:pt x="9751296" y="5485740"/>
                </a:lnTo>
                <a:lnTo>
                  <a:pt x="97512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073100" y="495189"/>
            <a:ext cx="1262289" cy="1306379"/>
          </a:xfrm>
          <a:custGeom>
            <a:avLst/>
            <a:gdLst/>
            <a:ahLst/>
            <a:cxnLst/>
            <a:rect r="r" b="b" t="t" l="l"/>
            <a:pathLst>
              <a:path h="1306379" w="1262289">
                <a:moveTo>
                  <a:pt x="0" y="0"/>
                </a:moveTo>
                <a:lnTo>
                  <a:pt x="1262289" y="0"/>
                </a:lnTo>
                <a:lnTo>
                  <a:pt x="1262289" y="1306379"/>
                </a:lnTo>
                <a:lnTo>
                  <a:pt x="0" y="13063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99937" y="2031786"/>
            <a:ext cx="3904307" cy="2192497"/>
          </a:xfrm>
          <a:custGeom>
            <a:avLst/>
            <a:gdLst/>
            <a:ahLst/>
            <a:cxnLst/>
            <a:rect r="r" b="b" t="t" l="l"/>
            <a:pathLst>
              <a:path h="2192497" w="3904307">
                <a:moveTo>
                  <a:pt x="0" y="0"/>
                </a:moveTo>
                <a:lnTo>
                  <a:pt x="3904308" y="0"/>
                </a:lnTo>
                <a:lnTo>
                  <a:pt x="3904308" y="2192497"/>
                </a:lnTo>
                <a:lnTo>
                  <a:pt x="0" y="21924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371216">
            <a:off x="7655118" y="3056931"/>
            <a:ext cx="736638" cy="1357857"/>
          </a:xfrm>
          <a:custGeom>
            <a:avLst/>
            <a:gdLst/>
            <a:ahLst/>
            <a:cxnLst/>
            <a:rect r="r" b="b" t="t" l="l"/>
            <a:pathLst>
              <a:path h="1357857" w="736638">
                <a:moveTo>
                  <a:pt x="0" y="0"/>
                </a:moveTo>
                <a:lnTo>
                  <a:pt x="736638" y="0"/>
                </a:lnTo>
                <a:lnTo>
                  <a:pt x="736638" y="1357857"/>
                </a:lnTo>
                <a:lnTo>
                  <a:pt x="0" y="13578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a:grpSpLocks noChangeAspect="true"/>
          </p:cNvGrpSpPr>
          <p:nvPr/>
        </p:nvGrpSpPr>
        <p:grpSpPr>
          <a:xfrm rot="0">
            <a:off x="2631398" y="2608212"/>
            <a:ext cx="4428821" cy="6840809"/>
            <a:chOff x="0" y="0"/>
            <a:chExt cx="2192020" cy="3385820"/>
          </a:xfrm>
        </p:grpSpPr>
        <p:sp>
          <p:nvSpPr>
            <p:cNvPr name="Freeform 7" id="7"/>
            <p:cNvSpPr/>
            <p:nvPr/>
          </p:nvSpPr>
          <p:spPr>
            <a:xfrm flipH="false" flipV="false" rot="0">
              <a:off x="1270" y="-1"/>
              <a:ext cx="2194560" cy="3388362"/>
            </a:xfrm>
            <a:custGeom>
              <a:avLst/>
              <a:gdLst/>
              <a:ahLst/>
              <a:cxnLst/>
              <a:rect r="r" b="b" t="t" l="l"/>
              <a:pathLst>
                <a:path h="3388362" w="2194560">
                  <a:moveTo>
                    <a:pt x="3810" y="317501"/>
                  </a:moveTo>
                  <a:cubicBezTo>
                    <a:pt x="13970" y="425451"/>
                    <a:pt x="16510" y="533401"/>
                    <a:pt x="17780" y="642621"/>
                  </a:cubicBezTo>
                  <a:cubicBezTo>
                    <a:pt x="24130" y="1036321"/>
                    <a:pt x="21590" y="1430021"/>
                    <a:pt x="17780" y="1823721"/>
                  </a:cubicBezTo>
                  <a:cubicBezTo>
                    <a:pt x="13970" y="2218691"/>
                    <a:pt x="8890" y="2613661"/>
                    <a:pt x="8890" y="3009901"/>
                  </a:cubicBezTo>
                  <a:cubicBezTo>
                    <a:pt x="8890" y="3013711"/>
                    <a:pt x="8890" y="3017521"/>
                    <a:pt x="7620" y="3021331"/>
                  </a:cubicBezTo>
                  <a:cubicBezTo>
                    <a:pt x="11430" y="3022601"/>
                    <a:pt x="15240" y="3025141"/>
                    <a:pt x="19050" y="3027681"/>
                  </a:cubicBezTo>
                  <a:cubicBezTo>
                    <a:pt x="24130" y="3031491"/>
                    <a:pt x="27940" y="3037841"/>
                    <a:pt x="33020" y="3044191"/>
                  </a:cubicBezTo>
                  <a:cubicBezTo>
                    <a:pt x="44450" y="3058161"/>
                    <a:pt x="55880" y="3072131"/>
                    <a:pt x="66040" y="3086101"/>
                  </a:cubicBezTo>
                  <a:cubicBezTo>
                    <a:pt x="77470" y="3102611"/>
                    <a:pt x="88900" y="3117851"/>
                    <a:pt x="100330" y="3134361"/>
                  </a:cubicBezTo>
                  <a:cubicBezTo>
                    <a:pt x="105410" y="3141981"/>
                    <a:pt x="110490" y="3149601"/>
                    <a:pt x="115570" y="3155951"/>
                  </a:cubicBezTo>
                  <a:cubicBezTo>
                    <a:pt x="119380" y="3161031"/>
                    <a:pt x="125730" y="3163571"/>
                    <a:pt x="129540" y="3167381"/>
                  </a:cubicBezTo>
                  <a:cubicBezTo>
                    <a:pt x="142240" y="3177541"/>
                    <a:pt x="156210" y="3187701"/>
                    <a:pt x="168910" y="3197861"/>
                  </a:cubicBezTo>
                  <a:cubicBezTo>
                    <a:pt x="181610" y="3208021"/>
                    <a:pt x="194310" y="3216911"/>
                    <a:pt x="209550" y="3223261"/>
                  </a:cubicBezTo>
                  <a:cubicBezTo>
                    <a:pt x="243840" y="3238501"/>
                    <a:pt x="276860" y="3255011"/>
                    <a:pt x="311150" y="3270251"/>
                  </a:cubicBezTo>
                  <a:cubicBezTo>
                    <a:pt x="330200" y="3279141"/>
                    <a:pt x="349250" y="3286761"/>
                    <a:pt x="369570" y="3295651"/>
                  </a:cubicBezTo>
                  <a:cubicBezTo>
                    <a:pt x="370840" y="3296921"/>
                    <a:pt x="374650" y="3295651"/>
                    <a:pt x="375920" y="3295651"/>
                  </a:cubicBezTo>
                  <a:lnTo>
                    <a:pt x="383540" y="3295651"/>
                  </a:lnTo>
                  <a:lnTo>
                    <a:pt x="384810" y="3296921"/>
                  </a:lnTo>
                  <a:cubicBezTo>
                    <a:pt x="387350" y="3290571"/>
                    <a:pt x="389890" y="3285491"/>
                    <a:pt x="393700" y="3279141"/>
                  </a:cubicBezTo>
                  <a:cubicBezTo>
                    <a:pt x="397510" y="3274061"/>
                    <a:pt x="400050" y="3265171"/>
                    <a:pt x="408940" y="3265171"/>
                  </a:cubicBezTo>
                  <a:cubicBezTo>
                    <a:pt x="408940" y="3265171"/>
                    <a:pt x="410210" y="3265171"/>
                    <a:pt x="410210" y="3263901"/>
                  </a:cubicBezTo>
                  <a:cubicBezTo>
                    <a:pt x="414020" y="3257551"/>
                    <a:pt x="420370" y="3256281"/>
                    <a:pt x="427990" y="3255011"/>
                  </a:cubicBezTo>
                  <a:cubicBezTo>
                    <a:pt x="435610" y="3253741"/>
                    <a:pt x="441960" y="3249931"/>
                    <a:pt x="448310" y="3247391"/>
                  </a:cubicBezTo>
                  <a:cubicBezTo>
                    <a:pt x="449580" y="3247391"/>
                    <a:pt x="449580" y="3246121"/>
                    <a:pt x="450850" y="3246121"/>
                  </a:cubicBezTo>
                  <a:cubicBezTo>
                    <a:pt x="459740" y="3248661"/>
                    <a:pt x="466090" y="3242311"/>
                    <a:pt x="473710" y="3239771"/>
                  </a:cubicBezTo>
                  <a:lnTo>
                    <a:pt x="474980" y="3239771"/>
                  </a:lnTo>
                  <a:cubicBezTo>
                    <a:pt x="482600" y="3239771"/>
                    <a:pt x="488950" y="3235961"/>
                    <a:pt x="496570" y="3234691"/>
                  </a:cubicBezTo>
                  <a:cubicBezTo>
                    <a:pt x="502920" y="3233421"/>
                    <a:pt x="509270" y="3233421"/>
                    <a:pt x="515620" y="3229611"/>
                  </a:cubicBezTo>
                  <a:cubicBezTo>
                    <a:pt x="521970" y="3225801"/>
                    <a:pt x="529590" y="3223261"/>
                    <a:pt x="535940" y="3220721"/>
                  </a:cubicBezTo>
                  <a:cubicBezTo>
                    <a:pt x="542290" y="3218181"/>
                    <a:pt x="548640" y="3216911"/>
                    <a:pt x="554990" y="3214371"/>
                  </a:cubicBezTo>
                  <a:lnTo>
                    <a:pt x="561340" y="3214371"/>
                  </a:lnTo>
                  <a:cubicBezTo>
                    <a:pt x="567690" y="3214371"/>
                    <a:pt x="572770" y="3214371"/>
                    <a:pt x="577850" y="3210561"/>
                  </a:cubicBezTo>
                  <a:lnTo>
                    <a:pt x="580390" y="3210561"/>
                  </a:lnTo>
                  <a:cubicBezTo>
                    <a:pt x="586740" y="3210561"/>
                    <a:pt x="594360" y="3211831"/>
                    <a:pt x="600710" y="3211831"/>
                  </a:cubicBezTo>
                  <a:lnTo>
                    <a:pt x="605790" y="3211831"/>
                  </a:lnTo>
                  <a:cubicBezTo>
                    <a:pt x="612140" y="3210561"/>
                    <a:pt x="614680" y="3215641"/>
                    <a:pt x="618490" y="3218181"/>
                  </a:cubicBezTo>
                  <a:cubicBezTo>
                    <a:pt x="624840" y="3225801"/>
                    <a:pt x="632460" y="3227071"/>
                    <a:pt x="642620" y="3225801"/>
                  </a:cubicBezTo>
                  <a:cubicBezTo>
                    <a:pt x="651510" y="3224531"/>
                    <a:pt x="659130" y="3223261"/>
                    <a:pt x="668020" y="3223261"/>
                  </a:cubicBezTo>
                  <a:cubicBezTo>
                    <a:pt x="671830" y="3223261"/>
                    <a:pt x="676910" y="3224531"/>
                    <a:pt x="680720" y="3225801"/>
                  </a:cubicBezTo>
                  <a:cubicBezTo>
                    <a:pt x="684530" y="3227071"/>
                    <a:pt x="687070" y="3228341"/>
                    <a:pt x="690880" y="3229611"/>
                  </a:cubicBezTo>
                  <a:lnTo>
                    <a:pt x="694690" y="3233421"/>
                  </a:lnTo>
                  <a:cubicBezTo>
                    <a:pt x="694690" y="3233421"/>
                    <a:pt x="695960" y="3237231"/>
                    <a:pt x="697230" y="3238501"/>
                  </a:cubicBezTo>
                  <a:cubicBezTo>
                    <a:pt x="699770" y="3239771"/>
                    <a:pt x="702310" y="3239771"/>
                    <a:pt x="703580" y="3241041"/>
                  </a:cubicBezTo>
                  <a:lnTo>
                    <a:pt x="704850" y="3242311"/>
                  </a:lnTo>
                  <a:cubicBezTo>
                    <a:pt x="711200" y="3238501"/>
                    <a:pt x="713740" y="3244851"/>
                    <a:pt x="717550" y="3246121"/>
                  </a:cubicBezTo>
                  <a:cubicBezTo>
                    <a:pt x="722630" y="3248661"/>
                    <a:pt x="726440" y="3251201"/>
                    <a:pt x="731520" y="3255011"/>
                  </a:cubicBezTo>
                  <a:cubicBezTo>
                    <a:pt x="731520" y="3253741"/>
                    <a:pt x="731520" y="3252471"/>
                    <a:pt x="732790" y="3251201"/>
                  </a:cubicBezTo>
                  <a:cubicBezTo>
                    <a:pt x="740410" y="3252471"/>
                    <a:pt x="749300" y="3252471"/>
                    <a:pt x="756920" y="3257551"/>
                  </a:cubicBezTo>
                  <a:cubicBezTo>
                    <a:pt x="758190" y="3255011"/>
                    <a:pt x="760730" y="3252471"/>
                    <a:pt x="763270" y="3249931"/>
                  </a:cubicBezTo>
                  <a:cubicBezTo>
                    <a:pt x="763270" y="3249931"/>
                    <a:pt x="763270" y="3248661"/>
                    <a:pt x="764540" y="3248661"/>
                  </a:cubicBezTo>
                  <a:cubicBezTo>
                    <a:pt x="770890" y="3247391"/>
                    <a:pt x="774700" y="3243581"/>
                    <a:pt x="775970" y="3237231"/>
                  </a:cubicBezTo>
                  <a:cubicBezTo>
                    <a:pt x="777240" y="3234691"/>
                    <a:pt x="777240" y="3232151"/>
                    <a:pt x="777240" y="3230881"/>
                  </a:cubicBezTo>
                  <a:cubicBezTo>
                    <a:pt x="782320" y="3228341"/>
                    <a:pt x="786130" y="3225801"/>
                    <a:pt x="791210" y="3223261"/>
                  </a:cubicBezTo>
                  <a:lnTo>
                    <a:pt x="791210" y="3220721"/>
                  </a:lnTo>
                  <a:cubicBezTo>
                    <a:pt x="787400" y="3214371"/>
                    <a:pt x="787400" y="3213101"/>
                    <a:pt x="793750" y="3210561"/>
                  </a:cubicBezTo>
                  <a:cubicBezTo>
                    <a:pt x="795020" y="3209291"/>
                    <a:pt x="795020" y="3208021"/>
                    <a:pt x="796290" y="3208021"/>
                  </a:cubicBezTo>
                  <a:cubicBezTo>
                    <a:pt x="798830" y="3206751"/>
                    <a:pt x="801370" y="3205481"/>
                    <a:pt x="802640" y="3204211"/>
                  </a:cubicBezTo>
                  <a:cubicBezTo>
                    <a:pt x="802640" y="3204211"/>
                    <a:pt x="802640" y="3205481"/>
                    <a:pt x="803910" y="3205481"/>
                  </a:cubicBezTo>
                  <a:lnTo>
                    <a:pt x="803910" y="3202941"/>
                  </a:lnTo>
                  <a:cubicBezTo>
                    <a:pt x="811530" y="3200401"/>
                    <a:pt x="819150" y="3197861"/>
                    <a:pt x="826770" y="3194051"/>
                  </a:cubicBezTo>
                  <a:cubicBezTo>
                    <a:pt x="830580" y="3191511"/>
                    <a:pt x="834390" y="3190241"/>
                    <a:pt x="839470" y="3192781"/>
                  </a:cubicBezTo>
                  <a:cubicBezTo>
                    <a:pt x="842010" y="3194051"/>
                    <a:pt x="844550" y="3192781"/>
                    <a:pt x="847090" y="3191511"/>
                  </a:cubicBezTo>
                  <a:cubicBezTo>
                    <a:pt x="853440" y="3188971"/>
                    <a:pt x="859790" y="3187701"/>
                    <a:pt x="866140" y="3185161"/>
                  </a:cubicBezTo>
                  <a:cubicBezTo>
                    <a:pt x="871220" y="3183891"/>
                    <a:pt x="875030" y="3181351"/>
                    <a:pt x="880110" y="3178811"/>
                  </a:cubicBezTo>
                  <a:cubicBezTo>
                    <a:pt x="880110" y="3178811"/>
                    <a:pt x="881380" y="3176271"/>
                    <a:pt x="880110" y="3175001"/>
                  </a:cubicBezTo>
                  <a:cubicBezTo>
                    <a:pt x="880110" y="3173731"/>
                    <a:pt x="878840" y="3171191"/>
                    <a:pt x="878840" y="3169921"/>
                  </a:cubicBezTo>
                  <a:cubicBezTo>
                    <a:pt x="882650" y="3167381"/>
                    <a:pt x="885190" y="3164841"/>
                    <a:pt x="887730" y="3164841"/>
                  </a:cubicBezTo>
                  <a:cubicBezTo>
                    <a:pt x="891540" y="3163571"/>
                    <a:pt x="896620" y="3163571"/>
                    <a:pt x="901700" y="3162301"/>
                  </a:cubicBezTo>
                  <a:cubicBezTo>
                    <a:pt x="905510" y="3150871"/>
                    <a:pt x="913130" y="3148331"/>
                    <a:pt x="922020" y="3152141"/>
                  </a:cubicBezTo>
                  <a:lnTo>
                    <a:pt x="924560" y="3149601"/>
                  </a:lnTo>
                  <a:cubicBezTo>
                    <a:pt x="925830" y="3150871"/>
                    <a:pt x="925830" y="3150871"/>
                    <a:pt x="925830" y="3152141"/>
                  </a:cubicBezTo>
                  <a:cubicBezTo>
                    <a:pt x="929640" y="3149601"/>
                    <a:pt x="933450" y="3147061"/>
                    <a:pt x="937260" y="3145791"/>
                  </a:cubicBezTo>
                  <a:cubicBezTo>
                    <a:pt x="941070" y="3143251"/>
                    <a:pt x="944880" y="3140711"/>
                    <a:pt x="949960" y="3143251"/>
                  </a:cubicBezTo>
                  <a:cubicBezTo>
                    <a:pt x="949960" y="3136901"/>
                    <a:pt x="953770" y="3136901"/>
                    <a:pt x="957580" y="3138171"/>
                  </a:cubicBezTo>
                  <a:cubicBezTo>
                    <a:pt x="960120" y="3138171"/>
                    <a:pt x="963930" y="3136901"/>
                    <a:pt x="966470" y="3135632"/>
                  </a:cubicBezTo>
                  <a:cubicBezTo>
                    <a:pt x="967740" y="3135632"/>
                    <a:pt x="970280" y="3134361"/>
                    <a:pt x="971550" y="3135632"/>
                  </a:cubicBezTo>
                  <a:cubicBezTo>
                    <a:pt x="976630" y="3139442"/>
                    <a:pt x="984250" y="3140711"/>
                    <a:pt x="989330" y="3147061"/>
                  </a:cubicBezTo>
                  <a:cubicBezTo>
                    <a:pt x="993140" y="3152141"/>
                    <a:pt x="999490" y="3154682"/>
                    <a:pt x="1002030" y="3162301"/>
                  </a:cubicBezTo>
                  <a:cubicBezTo>
                    <a:pt x="1003300" y="3164841"/>
                    <a:pt x="1008380" y="3167381"/>
                    <a:pt x="1010920" y="3168651"/>
                  </a:cubicBezTo>
                  <a:cubicBezTo>
                    <a:pt x="1010920" y="3168651"/>
                    <a:pt x="1012190" y="3168651"/>
                    <a:pt x="1013460" y="3169921"/>
                  </a:cubicBezTo>
                  <a:cubicBezTo>
                    <a:pt x="1014730" y="3173732"/>
                    <a:pt x="1018540" y="3172461"/>
                    <a:pt x="1021080" y="3171192"/>
                  </a:cubicBezTo>
                  <a:cubicBezTo>
                    <a:pt x="1023620" y="3171192"/>
                    <a:pt x="1026160" y="3169921"/>
                    <a:pt x="1027430" y="3173732"/>
                  </a:cubicBezTo>
                  <a:cubicBezTo>
                    <a:pt x="1027430" y="3175002"/>
                    <a:pt x="1031240" y="3176271"/>
                    <a:pt x="1032510" y="3177542"/>
                  </a:cubicBezTo>
                  <a:cubicBezTo>
                    <a:pt x="1036320" y="3180082"/>
                    <a:pt x="1040130" y="3182621"/>
                    <a:pt x="1042670" y="3185162"/>
                  </a:cubicBezTo>
                  <a:cubicBezTo>
                    <a:pt x="1043940" y="3186432"/>
                    <a:pt x="1045210" y="3187702"/>
                    <a:pt x="1045210" y="3188972"/>
                  </a:cubicBezTo>
                  <a:cubicBezTo>
                    <a:pt x="1045210" y="3192782"/>
                    <a:pt x="1049020" y="3195322"/>
                    <a:pt x="1052830" y="3195322"/>
                  </a:cubicBezTo>
                  <a:cubicBezTo>
                    <a:pt x="1057910" y="3196592"/>
                    <a:pt x="1061720" y="3196592"/>
                    <a:pt x="1066800" y="3197862"/>
                  </a:cubicBezTo>
                  <a:cubicBezTo>
                    <a:pt x="1068070" y="3197862"/>
                    <a:pt x="1068070" y="3200402"/>
                    <a:pt x="1069340" y="3200402"/>
                  </a:cubicBezTo>
                  <a:cubicBezTo>
                    <a:pt x="1070610" y="3202942"/>
                    <a:pt x="1071880" y="3206752"/>
                    <a:pt x="1076960" y="3204212"/>
                  </a:cubicBezTo>
                  <a:cubicBezTo>
                    <a:pt x="1079500" y="3202942"/>
                    <a:pt x="1087120" y="3205482"/>
                    <a:pt x="1088390" y="3208022"/>
                  </a:cubicBezTo>
                  <a:cubicBezTo>
                    <a:pt x="1090930" y="3216912"/>
                    <a:pt x="1099820" y="3216912"/>
                    <a:pt x="1106170" y="3219452"/>
                  </a:cubicBezTo>
                  <a:cubicBezTo>
                    <a:pt x="1107440" y="3219452"/>
                    <a:pt x="1108710" y="3219452"/>
                    <a:pt x="1108710" y="3220722"/>
                  </a:cubicBezTo>
                  <a:cubicBezTo>
                    <a:pt x="1112520" y="3225802"/>
                    <a:pt x="1117600" y="3227072"/>
                    <a:pt x="1122680" y="3229612"/>
                  </a:cubicBezTo>
                  <a:cubicBezTo>
                    <a:pt x="1127760" y="3232152"/>
                    <a:pt x="1132840" y="3237232"/>
                    <a:pt x="1137920" y="3242312"/>
                  </a:cubicBezTo>
                  <a:lnTo>
                    <a:pt x="1144270" y="3248662"/>
                  </a:lnTo>
                  <a:cubicBezTo>
                    <a:pt x="1145540" y="3249932"/>
                    <a:pt x="1146810" y="3249932"/>
                    <a:pt x="1148080" y="3249932"/>
                  </a:cubicBezTo>
                  <a:cubicBezTo>
                    <a:pt x="1151890" y="3249932"/>
                    <a:pt x="1155700" y="3248662"/>
                    <a:pt x="1158240" y="3252472"/>
                  </a:cubicBezTo>
                  <a:cubicBezTo>
                    <a:pt x="1158240" y="3252472"/>
                    <a:pt x="1159510" y="3253742"/>
                    <a:pt x="1160780" y="3253742"/>
                  </a:cubicBezTo>
                  <a:cubicBezTo>
                    <a:pt x="1170940" y="3252472"/>
                    <a:pt x="1177290" y="3258822"/>
                    <a:pt x="1183640" y="3265172"/>
                  </a:cubicBezTo>
                  <a:cubicBezTo>
                    <a:pt x="1186180" y="3267712"/>
                    <a:pt x="1191260" y="3268982"/>
                    <a:pt x="1193800" y="3268982"/>
                  </a:cubicBezTo>
                  <a:cubicBezTo>
                    <a:pt x="1201420" y="3271522"/>
                    <a:pt x="1210310" y="3272792"/>
                    <a:pt x="1216660" y="3277872"/>
                  </a:cubicBezTo>
                  <a:cubicBezTo>
                    <a:pt x="1220470" y="3280412"/>
                    <a:pt x="1225550" y="3284222"/>
                    <a:pt x="1229360" y="3284222"/>
                  </a:cubicBezTo>
                  <a:cubicBezTo>
                    <a:pt x="1235710" y="3284222"/>
                    <a:pt x="1238250" y="3289302"/>
                    <a:pt x="1240790" y="3293112"/>
                  </a:cubicBezTo>
                  <a:cubicBezTo>
                    <a:pt x="1248410" y="3294382"/>
                    <a:pt x="1256030" y="3294382"/>
                    <a:pt x="1259840" y="3302002"/>
                  </a:cubicBezTo>
                  <a:cubicBezTo>
                    <a:pt x="1259840" y="3303272"/>
                    <a:pt x="1261110" y="3303272"/>
                    <a:pt x="1262380" y="3303272"/>
                  </a:cubicBezTo>
                  <a:cubicBezTo>
                    <a:pt x="1267460" y="3304542"/>
                    <a:pt x="1272540" y="3305812"/>
                    <a:pt x="1277620" y="3308352"/>
                  </a:cubicBezTo>
                  <a:cubicBezTo>
                    <a:pt x="1280160" y="3309622"/>
                    <a:pt x="1282700" y="3312162"/>
                    <a:pt x="1286510" y="3314702"/>
                  </a:cubicBezTo>
                  <a:cubicBezTo>
                    <a:pt x="1287780" y="3314702"/>
                    <a:pt x="1287780" y="3315972"/>
                    <a:pt x="1289050" y="3315972"/>
                  </a:cubicBezTo>
                  <a:cubicBezTo>
                    <a:pt x="1297940" y="3315972"/>
                    <a:pt x="1300480" y="3322322"/>
                    <a:pt x="1305560" y="3327402"/>
                  </a:cubicBezTo>
                  <a:cubicBezTo>
                    <a:pt x="1313180" y="3333752"/>
                    <a:pt x="1322070" y="3340102"/>
                    <a:pt x="1328420" y="3347722"/>
                  </a:cubicBezTo>
                  <a:cubicBezTo>
                    <a:pt x="1332230" y="3352802"/>
                    <a:pt x="1338580" y="3355342"/>
                    <a:pt x="1342390" y="3357882"/>
                  </a:cubicBezTo>
                  <a:lnTo>
                    <a:pt x="1350010" y="3361692"/>
                  </a:lnTo>
                  <a:cubicBezTo>
                    <a:pt x="1352550" y="3364232"/>
                    <a:pt x="1355090" y="3366772"/>
                    <a:pt x="1358900" y="3369312"/>
                  </a:cubicBezTo>
                  <a:cubicBezTo>
                    <a:pt x="1362710" y="3370582"/>
                    <a:pt x="1363980" y="3375662"/>
                    <a:pt x="1369060" y="3374392"/>
                  </a:cubicBezTo>
                  <a:cubicBezTo>
                    <a:pt x="1371600" y="3374392"/>
                    <a:pt x="1374140" y="3375662"/>
                    <a:pt x="1376680" y="3376932"/>
                  </a:cubicBezTo>
                  <a:cubicBezTo>
                    <a:pt x="1380490" y="3379472"/>
                    <a:pt x="1381760" y="3382012"/>
                    <a:pt x="1386840" y="3382012"/>
                  </a:cubicBezTo>
                  <a:cubicBezTo>
                    <a:pt x="1389380" y="3382012"/>
                    <a:pt x="1391920" y="3384552"/>
                    <a:pt x="1393190" y="3385822"/>
                  </a:cubicBezTo>
                  <a:cubicBezTo>
                    <a:pt x="1399540" y="3388362"/>
                    <a:pt x="1405890" y="3388362"/>
                    <a:pt x="1409700" y="3380742"/>
                  </a:cubicBezTo>
                  <a:lnTo>
                    <a:pt x="1410970" y="3379472"/>
                  </a:lnTo>
                  <a:cubicBezTo>
                    <a:pt x="1416050" y="3382012"/>
                    <a:pt x="1416050" y="3376932"/>
                    <a:pt x="1417320" y="3374392"/>
                  </a:cubicBezTo>
                  <a:cubicBezTo>
                    <a:pt x="1418590" y="3373122"/>
                    <a:pt x="1421130" y="3371852"/>
                    <a:pt x="1422400" y="3370582"/>
                  </a:cubicBezTo>
                  <a:cubicBezTo>
                    <a:pt x="1424940" y="3368042"/>
                    <a:pt x="1427480" y="3366772"/>
                    <a:pt x="1431290" y="3364232"/>
                  </a:cubicBezTo>
                  <a:cubicBezTo>
                    <a:pt x="1432560" y="3362962"/>
                    <a:pt x="1435100" y="3361692"/>
                    <a:pt x="1436370" y="3361692"/>
                  </a:cubicBezTo>
                  <a:cubicBezTo>
                    <a:pt x="1442720" y="3361692"/>
                    <a:pt x="1446530" y="3359152"/>
                    <a:pt x="1451610" y="3354072"/>
                  </a:cubicBezTo>
                  <a:cubicBezTo>
                    <a:pt x="1455420" y="3350262"/>
                    <a:pt x="1461770" y="3347722"/>
                    <a:pt x="1466850" y="3345182"/>
                  </a:cubicBezTo>
                  <a:cubicBezTo>
                    <a:pt x="1471930" y="3342642"/>
                    <a:pt x="1477010" y="3340102"/>
                    <a:pt x="1483360" y="3338832"/>
                  </a:cubicBezTo>
                  <a:cubicBezTo>
                    <a:pt x="1487170" y="3337562"/>
                    <a:pt x="1490980" y="3337562"/>
                    <a:pt x="1494790" y="3337562"/>
                  </a:cubicBezTo>
                  <a:lnTo>
                    <a:pt x="1497330" y="3337562"/>
                  </a:lnTo>
                  <a:cubicBezTo>
                    <a:pt x="1502410" y="3335021"/>
                    <a:pt x="1507490" y="3331212"/>
                    <a:pt x="1513840" y="3328671"/>
                  </a:cubicBezTo>
                  <a:lnTo>
                    <a:pt x="1517650" y="3328671"/>
                  </a:lnTo>
                  <a:cubicBezTo>
                    <a:pt x="1524000" y="3331212"/>
                    <a:pt x="1530350" y="3331212"/>
                    <a:pt x="1536700" y="3326131"/>
                  </a:cubicBezTo>
                  <a:cubicBezTo>
                    <a:pt x="1537970" y="3324861"/>
                    <a:pt x="1540510" y="3323591"/>
                    <a:pt x="1541780" y="3322321"/>
                  </a:cubicBezTo>
                  <a:cubicBezTo>
                    <a:pt x="1548130" y="3324862"/>
                    <a:pt x="1554480" y="3329942"/>
                    <a:pt x="1562100" y="3329942"/>
                  </a:cubicBezTo>
                  <a:cubicBezTo>
                    <a:pt x="1564640" y="3329942"/>
                    <a:pt x="1568450" y="3328671"/>
                    <a:pt x="1570990" y="3327401"/>
                  </a:cubicBezTo>
                  <a:cubicBezTo>
                    <a:pt x="1576070" y="3327401"/>
                    <a:pt x="1581150" y="3327401"/>
                    <a:pt x="1584960" y="3326131"/>
                  </a:cubicBezTo>
                  <a:cubicBezTo>
                    <a:pt x="1590040" y="3324861"/>
                    <a:pt x="1596390" y="3326131"/>
                    <a:pt x="1601470" y="3323591"/>
                  </a:cubicBezTo>
                  <a:cubicBezTo>
                    <a:pt x="1604010" y="3317241"/>
                    <a:pt x="1605280" y="3317241"/>
                    <a:pt x="1611630" y="3318511"/>
                  </a:cubicBezTo>
                  <a:cubicBezTo>
                    <a:pt x="1619250" y="3319781"/>
                    <a:pt x="1624330" y="3318511"/>
                    <a:pt x="1629410" y="3312161"/>
                  </a:cubicBezTo>
                  <a:cubicBezTo>
                    <a:pt x="1631950" y="3308351"/>
                    <a:pt x="1638300" y="3308351"/>
                    <a:pt x="1642110" y="3305811"/>
                  </a:cubicBezTo>
                  <a:cubicBezTo>
                    <a:pt x="1643380" y="3305811"/>
                    <a:pt x="1644650" y="3304541"/>
                    <a:pt x="1645920" y="3304541"/>
                  </a:cubicBezTo>
                  <a:cubicBezTo>
                    <a:pt x="1648460" y="3303271"/>
                    <a:pt x="1649730" y="3303271"/>
                    <a:pt x="1652270" y="3302001"/>
                  </a:cubicBezTo>
                  <a:cubicBezTo>
                    <a:pt x="1658620" y="3299461"/>
                    <a:pt x="1664970" y="3298191"/>
                    <a:pt x="1671320" y="3294381"/>
                  </a:cubicBezTo>
                  <a:cubicBezTo>
                    <a:pt x="1677670" y="3290571"/>
                    <a:pt x="1682750" y="3288031"/>
                    <a:pt x="1689100" y="3293111"/>
                  </a:cubicBezTo>
                  <a:lnTo>
                    <a:pt x="1691640" y="3293111"/>
                  </a:lnTo>
                  <a:cubicBezTo>
                    <a:pt x="1694180" y="3291841"/>
                    <a:pt x="1695450" y="3291841"/>
                    <a:pt x="1697990" y="3290571"/>
                  </a:cubicBezTo>
                  <a:cubicBezTo>
                    <a:pt x="1697990" y="3286761"/>
                    <a:pt x="1697990" y="3281681"/>
                    <a:pt x="1703070" y="3277871"/>
                  </a:cubicBezTo>
                  <a:cubicBezTo>
                    <a:pt x="1704340" y="3276601"/>
                    <a:pt x="1704340" y="3274061"/>
                    <a:pt x="1706880" y="3272791"/>
                  </a:cubicBezTo>
                  <a:cubicBezTo>
                    <a:pt x="1709420" y="3270251"/>
                    <a:pt x="1713230" y="3270251"/>
                    <a:pt x="1715770" y="3271521"/>
                  </a:cubicBezTo>
                  <a:cubicBezTo>
                    <a:pt x="1717040" y="3272791"/>
                    <a:pt x="1719580" y="3271521"/>
                    <a:pt x="1720849" y="3271521"/>
                  </a:cubicBezTo>
                  <a:cubicBezTo>
                    <a:pt x="1728470" y="3270251"/>
                    <a:pt x="1737360" y="3270251"/>
                    <a:pt x="1744979" y="3268981"/>
                  </a:cubicBezTo>
                  <a:cubicBezTo>
                    <a:pt x="1752599" y="3267710"/>
                    <a:pt x="1760219" y="3266440"/>
                    <a:pt x="1767839" y="3263901"/>
                  </a:cubicBezTo>
                  <a:cubicBezTo>
                    <a:pt x="1772919" y="3261360"/>
                    <a:pt x="1777999" y="3262631"/>
                    <a:pt x="1783079" y="3262631"/>
                  </a:cubicBezTo>
                  <a:cubicBezTo>
                    <a:pt x="1793239" y="3263901"/>
                    <a:pt x="1802129" y="3263901"/>
                    <a:pt x="1811019" y="3258821"/>
                  </a:cubicBezTo>
                  <a:lnTo>
                    <a:pt x="1808479" y="3256281"/>
                  </a:lnTo>
                  <a:cubicBezTo>
                    <a:pt x="1811019" y="3255010"/>
                    <a:pt x="1813559" y="3255010"/>
                    <a:pt x="1817369" y="3255010"/>
                  </a:cubicBezTo>
                  <a:cubicBezTo>
                    <a:pt x="1819909" y="3258820"/>
                    <a:pt x="1823719" y="3256281"/>
                    <a:pt x="1826259" y="3253740"/>
                  </a:cubicBezTo>
                  <a:cubicBezTo>
                    <a:pt x="1830069" y="3249930"/>
                    <a:pt x="1833879" y="3251200"/>
                    <a:pt x="1838959" y="3251200"/>
                  </a:cubicBezTo>
                  <a:cubicBezTo>
                    <a:pt x="1844039" y="3252470"/>
                    <a:pt x="1850389" y="3249930"/>
                    <a:pt x="1856739" y="3248660"/>
                  </a:cubicBezTo>
                  <a:cubicBezTo>
                    <a:pt x="1858009" y="3248660"/>
                    <a:pt x="1859279" y="3246120"/>
                    <a:pt x="1859279" y="3244850"/>
                  </a:cubicBezTo>
                  <a:cubicBezTo>
                    <a:pt x="1861819" y="3244850"/>
                    <a:pt x="1864359" y="3243580"/>
                    <a:pt x="1868169" y="3243580"/>
                  </a:cubicBezTo>
                  <a:lnTo>
                    <a:pt x="1873249" y="3243580"/>
                  </a:lnTo>
                  <a:cubicBezTo>
                    <a:pt x="1878329" y="3246120"/>
                    <a:pt x="1883409" y="3246120"/>
                    <a:pt x="1888489" y="3243580"/>
                  </a:cubicBezTo>
                  <a:cubicBezTo>
                    <a:pt x="1889759" y="3242310"/>
                    <a:pt x="1892299" y="3242310"/>
                    <a:pt x="1893569" y="3242310"/>
                  </a:cubicBezTo>
                  <a:cubicBezTo>
                    <a:pt x="1897379" y="3241040"/>
                    <a:pt x="1901189" y="3242310"/>
                    <a:pt x="1903729" y="3238500"/>
                  </a:cubicBezTo>
                  <a:cubicBezTo>
                    <a:pt x="1904999" y="3237230"/>
                    <a:pt x="1907539" y="3238500"/>
                    <a:pt x="1910079" y="3237230"/>
                  </a:cubicBezTo>
                  <a:lnTo>
                    <a:pt x="1946910" y="3237230"/>
                  </a:lnTo>
                  <a:cubicBezTo>
                    <a:pt x="1951990" y="3237230"/>
                    <a:pt x="1958340" y="3238500"/>
                    <a:pt x="1963420" y="3239770"/>
                  </a:cubicBezTo>
                  <a:cubicBezTo>
                    <a:pt x="1969770" y="3241040"/>
                    <a:pt x="1974850" y="3239770"/>
                    <a:pt x="1979930" y="3238500"/>
                  </a:cubicBezTo>
                  <a:lnTo>
                    <a:pt x="1988820" y="3238500"/>
                  </a:lnTo>
                  <a:cubicBezTo>
                    <a:pt x="1992630" y="3238500"/>
                    <a:pt x="1996440" y="3239770"/>
                    <a:pt x="2000250" y="3238500"/>
                  </a:cubicBezTo>
                  <a:cubicBezTo>
                    <a:pt x="2002790" y="3238500"/>
                    <a:pt x="2004060" y="3235960"/>
                    <a:pt x="2005330" y="3233420"/>
                  </a:cubicBezTo>
                  <a:cubicBezTo>
                    <a:pt x="2007870" y="3229610"/>
                    <a:pt x="2011680" y="3228340"/>
                    <a:pt x="2016760" y="3228340"/>
                  </a:cubicBezTo>
                  <a:cubicBezTo>
                    <a:pt x="2020570" y="3228340"/>
                    <a:pt x="2024380" y="3227070"/>
                    <a:pt x="2028190" y="3225800"/>
                  </a:cubicBezTo>
                  <a:lnTo>
                    <a:pt x="2030730" y="3225800"/>
                  </a:lnTo>
                  <a:cubicBezTo>
                    <a:pt x="2035810" y="3233420"/>
                    <a:pt x="2043430" y="3228340"/>
                    <a:pt x="2049780" y="3229610"/>
                  </a:cubicBezTo>
                  <a:lnTo>
                    <a:pt x="2052320" y="3229610"/>
                  </a:lnTo>
                  <a:cubicBezTo>
                    <a:pt x="2057399" y="3232150"/>
                    <a:pt x="2063749" y="3234690"/>
                    <a:pt x="2068830" y="3235960"/>
                  </a:cubicBezTo>
                  <a:cubicBezTo>
                    <a:pt x="2075180" y="3237230"/>
                    <a:pt x="2080260" y="3243580"/>
                    <a:pt x="2085340" y="3243580"/>
                  </a:cubicBezTo>
                  <a:cubicBezTo>
                    <a:pt x="2094230" y="3243580"/>
                    <a:pt x="2101850" y="3249930"/>
                    <a:pt x="2109470" y="3251200"/>
                  </a:cubicBezTo>
                  <a:cubicBezTo>
                    <a:pt x="2115820" y="3252470"/>
                    <a:pt x="2122170" y="3255010"/>
                    <a:pt x="2128520" y="3257550"/>
                  </a:cubicBezTo>
                  <a:cubicBezTo>
                    <a:pt x="2131060" y="3258820"/>
                    <a:pt x="2134870" y="3257550"/>
                    <a:pt x="2137410" y="3257550"/>
                  </a:cubicBezTo>
                  <a:cubicBezTo>
                    <a:pt x="2145030" y="3258820"/>
                    <a:pt x="2152649" y="3258820"/>
                    <a:pt x="2160270" y="3260090"/>
                  </a:cubicBezTo>
                  <a:lnTo>
                    <a:pt x="2161540" y="3260090"/>
                  </a:lnTo>
                  <a:cubicBezTo>
                    <a:pt x="2170430" y="3258820"/>
                    <a:pt x="2179320" y="3261360"/>
                    <a:pt x="2188210" y="3261360"/>
                  </a:cubicBezTo>
                  <a:cubicBezTo>
                    <a:pt x="2189480" y="3035300"/>
                    <a:pt x="2183130" y="2809240"/>
                    <a:pt x="2175510" y="2583181"/>
                  </a:cubicBezTo>
                  <a:cubicBezTo>
                    <a:pt x="2167890" y="2368551"/>
                    <a:pt x="2160270" y="2153920"/>
                    <a:pt x="2159000" y="1939291"/>
                  </a:cubicBezTo>
                  <a:cubicBezTo>
                    <a:pt x="2159000" y="1831341"/>
                    <a:pt x="2160270" y="1724661"/>
                    <a:pt x="2162810" y="1616711"/>
                  </a:cubicBezTo>
                  <a:cubicBezTo>
                    <a:pt x="2166620" y="1508761"/>
                    <a:pt x="2174240" y="1400811"/>
                    <a:pt x="2179320" y="1292861"/>
                  </a:cubicBezTo>
                  <a:cubicBezTo>
                    <a:pt x="2194560" y="951231"/>
                    <a:pt x="2185670" y="608331"/>
                    <a:pt x="2180590" y="266701"/>
                  </a:cubicBezTo>
                  <a:cubicBezTo>
                    <a:pt x="2176780" y="265431"/>
                    <a:pt x="2174240" y="264161"/>
                    <a:pt x="2171700" y="262891"/>
                  </a:cubicBezTo>
                  <a:cubicBezTo>
                    <a:pt x="2167890" y="260351"/>
                    <a:pt x="2164080" y="259081"/>
                    <a:pt x="2159000" y="260351"/>
                  </a:cubicBezTo>
                  <a:lnTo>
                    <a:pt x="2151380" y="260351"/>
                  </a:lnTo>
                  <a:cubicBezTo>
                    <a:pt x="2147570" y="260351"/>
                    <a:pt x="2142490" y="260351"/>
                    <a:pt x="2139950" y="265431"/>
                  </a:cubicBezTo>
                  <a:cubicBezTo>
                    <a:pt x="2139950" y="265431"/>
                    <a:pt x="2138680" y="266701"/>
                    <a:pt x="2137410" y="266701"/>
                  </a:cubicBezTo>
                  <a:lnTo>
                    <a:pt x="2132330" y="266701"/>
                  </a:lnTo>
                  <a:cubicBezTo>
                    <a:pt x="2131060" y="264161"/>
                    <a:pt x="2133600" y="259081"/>
                    <a:pt x="2127250" y="260351"/>
                  </a:cubicBezTo>
                  <a:cubicBezTo>
                    <a:pt x="2124710" y="260351"/>
                    <a:pt x="2120900" y="261621"/>
                    <a:pt x="2118360" y="261621"/>
                  </a:cubicBezTo>
                  <a:lnTo>
                    <a:pt x="2099310" y="261621"/>
                  </a:lnTo>
                  <a:cubicBezTo>
                    <a:pt x="2098040" y="259081"/>
                    <a:pt x="2096770" y="256541"/>
                    <a:pt x="2094230" y="252731"/>
                  </a:cubicBezTo>
                  <a:cubicBezTo>
                    <a:pt x="2092960" y="250191"/>
                    <a:pt x="2091690" y="248921"/>
                    <a:pt x="2087880" y="251461"/>
                  </a:cubicBezTo>
                  <a:cubicBezTo>
                    <a:pt x="2085340" y="252731"/>
                    <a:pt x="2084070" y="252731"/>
                    <a:pt x="2082800" y="250191"/>
                  </a:cubicBezTo>
                  <a:cubicBezTo>
                    <a:pt x="2078990" y="243841"/>
                    <a:pt x="2075180" y="238761"/>
                    <a:pt x="2067560" y="237491"/>
                  </a:cubicBezTo>
                  <a:cubicBezTo>
                    <a:pt x="2066290" y="237491"/>
                    <a:pt x="2065020" y="234950"/>
                    <a:pt x="2063750" y="233681"/>
                  </a:cubicBezTo>
                  <a:cubicBezTo>
                    <a:pt x="2061210" y="231141"/>
                    <a:pt x="2059940" y="228601"/>
                    <a:pt x="2056130" y="228601"/>
                  </a:cubicBezTo>
                  <a:cubicBezTo>
                    <a:pt x="2054860" y="228601"/>
                    <a:pt x="2052320" y="226061"/>
                    <a:pt x="2052320" y="224791"/>
                  </a:cubicBezTo>
                  <a:cubicBezTo>
                    <a:pt x="2051050" y="219711"/>
                    <a:pt x="2051050" y="215901"/>
                    <a:pt x="2051050" y="210821"/>
                  </a:cubicBezTo>
                  <a:cubicBezTo>
                    <a:pt x="2049780" y="205741"/>
                    <a:pt x="2047240" y="200661"/>
                    <a:pt x="2043430" y="198121"/>
                  </a:cubicBezTo>
                  <a:cubicBezTo>
                    <a:pt x="2037080" y="194311"/>
                    <a:pt x="2032000" y="189231"/>
                    <a:pt x="2025650" y="185421"/>
                  </a:cubicBezTo>
                  <a:cubicBezTo>
                    <a:pt x="2024380" y="184151"/>
                    <a:pt x="2021840" y="182881"/>
                    <a:pt x="2019300" y="182881"/>
                  </a:cubicBezTo>
                  <a:cubicBezTo>
                    <a:pt x="2015490" y="181611"/>
                    <a:pt x="2011680" y="180341"/>
                    <a:pt x="2007870" y="180341"/>
                  </a:cubicBezTo>
                  <a:cubicBezTo>
                    <a:pt x="2004060" y="180341"/>
                    <a:pt x="1998980" y="180341"/>
                    <a:pt x="1995170" y="182881"/>
                  </a:cubicBezTo>
                  <a:cubicBezTo>
                    <a:pt x="1987550" y="186691"/>
                    <a:pt x="1981200" y="181611"/>
                    <a:pt x="1974850" y="181611"/>
                  </a:cubicBezTo>
                  <a:cubicBezTo>
                    <a:pt x="1968500" y="180341"/>
                    <a:pt x="1962150" y="177801"/>
                    <a:pt x="1957070" y="176531"/>
                  </a:cubicBezTo>
                  <a:lnTo>
                    <a:pt x="1940560" y="176531"/>
                  </a:lnTo>
                  <a:cubicBezTo>
                    <a:pt x="1926590" y="179071"/>
                    <a:pt x="1915160" y="171451"/>
                    <a:pt x="1901190" y="170181"/>
                  </a:cubicBezTo>
                  <a:cubicBezTo>
                    <a:pt x="1897380" y="170181"/>
                    <a:pt x="1893570" y="166371"/>
                    <a:pt x="1889760" y="163831"/>
                  </a:cubicBezTo>
                  <a:cubicBezTo>
                    <a:pt x="1887220" y="161291"/>
                    <a:pt x="1884680" y="161291"/>
                    <a:pt x="1880870" y="162561"/>
                  </a:cubicBezTo>
                  <a:cubicBezTo>
                    <a:pt x="1875790" y="163831"/>
                    <a:pt x="1870710" y="162561"/>
                    <a:pt x="1865630" y="163831"/>
                  </a:cubicBezTo>
                  <a:cubicBezTo>
                    <a:pt x="1858010" y="166371"/>
                    <a:pt x="1851660" y="160021"/>
                    <a:pt x="1844040" y="160021"/>
                  </a:cubicBezTo>
                  <a:cubicBezTo>
                    <a:pt x="1837690" y="161291"/>
                    <a:pt x="1831340" y="161291"/>
                    <a:pt x="1824990" y="162561"/>
                  </a:cubicBezTo>
                  <a:lnTo>
                    <a:pt x="1809750" y="166371"/>
                  </a:lnTo>
                  <a:cubicBezTo>
                    <a:pt x="1799590" y="171451"/>
                    <a:pt x="1791970" y="165101"/>
                    <a:pt x="1783080" y="162561"/>
                  </a:cubicBezTo>
                  <a:cubicBezTo>
                    <a:pt x="1776730" y="161291"/>
                    <a:pt x="1772920" y="158751"/>
                    <a:pt x="1767840" y="154941"/>
                  </a:cubicBezTo>
                  <a:cubicBezTo>
                    <a:pt x="1762760" y="151131"/>
                    <a:pt x="1757680" y="154941"/>
                    <a:pt x="1753870" y="154941"/>
                  </a:cubicBezTo>
                  <a:cubicBezTo>
                    <a:pt x="1750060" y="154941"/>
                    <a:pt x="1747520" y="158751"/>
                    <a:pt x="1744980" y="160021"/>
                  </a:cubicBezTo>
                  <a:cubicBezTo>
                    <a:pt x="1741170" y="161291"/>
                    <a:pt x="1737360" y="161291"/>
                    <a:pt x="1733550" y="161291"/>
                  </a:cubicBezTo>
                  <a:cubicBezTo>
                    <a:pt x="1729740" y="161291"/>
                    <a:pt x="1724660" y="160021"/>
                    <a:pt x="1720850" y="161291"/>
                  </a:cubicBezTo>
                  <a:cubicBezTo>
                    <a:pt x="1714500" y="163831"/>
                    <a:pt x="1709420" y="167641"/>
                    <a:pt x="1704340" y="170181"/>
                  </a:cubicBezTo>
                  <a:cubicBezTo>
                    <a:pt x="1703070" y="171451"/>
                    <a:pt x="1701800" y="172721"/>
                    <a:pt x="1700530" y="172721"/>
                  </a:cubicBezTo>
                  <a:cubicBezTo>
                    <a:pt x="1691640" y="177801"/>
                    <a:pt x="1681480" y="179071"/>
                    <a:pt x="1670050" y="179071"/>
                  </a:cubicBezTo>
                  <a:cubicBezTo>
                    <a:pt x="1663700" y="179071"/>
                    <a:pt x="1657350" y="179071"/>
                    <a:pt x="1651000" y="177801"/>
                  </a:cubicBezTo>
                  <a:cubicBezTo>
                    <a:pt x="1647190" y="177801"/>
                    <a:pt x="1644650" y="173991"/>
                    <a:pt x="1642110" y="173991"/>
                  </a:cubicBezTo>
                  <a:cubicBezTo>
                    <a:pt x="1633220" y="172720"/>
                    <a:pt x="1625600" y="172720"/>
                    <a:pt x="1616710" y="172720"/>
                  </a:cubicBezTo>
                  <a:cubicBezTo>
                    <a:pt x="1615440" y="172720"/>
                    <a:pt x="1614170" y="173991"/>
                    <a:pt x="1612900" y="173991"/>
                  </a:cubicBezTo>
                  <a:cubicBezTo>
                    <a:pt x="1607820" y="176530"/>
                    <a:pt x="1602740" y="180341"/>
                    <a:pt x="1597660" y="182880"/>
                  </a:cubicBezTo>
                  <a:cubicBezTo>
                    <a:pt x="1588770" y="185420"/>
                    <a:pt x="1579880" y="187960"/>
                    <a:pt x="1570990" y="189230"/>
                  </a:cubicBezTo>
                  <a:lnTo>
                    <a:pt x="1567180" y="189230"/>
                  </a:lnTo>
                  <a:cubicBezTo>
                    <a:pt x="1559560" y="185420"/>
                    <a:pt x="1553210" y="189230"/>
                    <a:pt x="1545590" y="190501"/>
                  </a:cubicBezTo>
                  <a:cubicBezTo>
                    <a:pt x="1537970" y="193041"/>
                    <a:pt x="1530350" y="196851"/>
                    <a:pt x="1522730" y="199391"/>
                  </a:cubicBezTo>
                  <a:cubicBezTo>
                    <a:pt x="1520190" y="200661"/>
                    <a:pt x="1517650" y="199391"/>
                    <a:pt x="1515110" y="198120"/>
                  </a:cubicBezTo>
                  <a:cubicBezTo>
                    <a:pt x="1511300" y="196850"/>
                    <a:pt x="1508760" y="196850"/>
                    <a:pt x="1506220" y="199391"/>
                  </a:cubicBezTo>
                  <a:cubicBezTo>
                    <a:pt x="1504950" y="200661"/>
                    <a:pt x="1503680" y="200661"/>
                    <a:pt x="1502410" y="200661"/>
                  </a:cubicBezTo>
                  <a:cubicBezTo>
                    <a:pt x="1498600" y="201931"/>
                    <a:pt x="1494790" y="201931"/>
                    <a:pt x="1492250" y="203201"/>
                  </a:cubicBezTo>
                  <a:cubicBezTo>
                    <a:pt x="1487170" y="207011"/>
                    <a:pt x="1482090" y="205741"/>
                    <a:pt x="1477010" y="208281"/>
                  </a:cubicBezTo>
                  <a:cubicBezTo>
                    <a:pt x="1471930" y="210821"/>
                    <a:pt x="1466850" y="210821"/>
                    <a:pt x="1463040" y="214631"/>
                  </a:cubicBezTo>
                  <a:cubicBezTo>
                    <a:pt x="1461770" y="215901"/>
                    <a:pt x="1459230" y="215901"/>
                    <a:pt x="1456690" y="215901"/>
                  </a:cubicBezTo>
                  <a:cubicBezTo>
                    <a:pt x="1450340" y="217171"/>
                    <a:pt x="1445260" y="220981"/>
                    <a:pt x="1441450" y="226061"/>
                  </a:cubicBezTo>
                  <a:cubicBezTo>
                    <a:pt x="1436370" y="231141"/>
                    <a:pt x="1431290" y="234951"/>
                    <a:pt x="1426210" y="238761"/>
                  </a:cubicBezTo>
                  <a:cubicBezTo>
                    <a:pt x="1424940" y="240031"/>
                    <a:pt x="1421130" y="240031"/>
                    <a:pt x="1419860" y="240031"/>
                  </a:cubicBezTo>
                  <a:cubicBezTo>
                    <a:pt x="1414780" y="240031"/>
                    <a:pt x="1409700" y="238761"/>
                    <a:pt x="1405890" y="237491"/>
                  </a:cubicBezTo>
                  <a:cubicBezTo>
                    <a:pt x="1403350" y="237491"/>
                    <a:pt x="1402080" y="236220"/>
                    <a:pt x="1399540" y="236220"/>
                  </a:cubicBezTo>
                  <a:cubicBezTo>
                    <a:pt x="1391920" y="240030"/>
                    <a:pt x="1383030" y="237491"/>
                    <a:pt x="1375410" y="237491"/>
                  </a:cubicBezTo>
                  <a:cubicBezTo>
                    <a:pt x="1374140" y="237491"/>
                    <a:pt x="1371600" y="236220"/>
                    <a:pt x="1370330" y="234950"/>
                  </a:cubicBezTo>
                  <a:cubicBezTo>
                    <a:pt x="1365250" y="231141"/>
                    <a:pt x="1360170" y="231141"/>
                    <a:pt x="1355090" y="233680"/>
                  </a:cubicBezTo>
                  <a:cubicBezTo>
                    <a:pt x="1351280" y="234950"/>
                    <a:pt x="1347470" y="234950"/>
                    <a:pt x="1344930" y="232410"/>
                  </a:cubicBezTo>
                  <a:cubicBezTo>
                    <a:pt x="1339850" y="228600"/>
                    <a:pt x="1333500" y="226060"/>
                    <a:pt x="1327150" y="224790"/>
                  </a:cubicBezTo>
                  <a:cubicBezTo>
                    <a:pt x="1322070" y="223520"/>
                    <a:pt x="1316990" y="220980"/>
                    <a:pt x="1311910" y="218440"/>
                  </a:cubicBezTo>
                  <a:cubicBezTo>
                    <a:pt x="1309370" y="217170"/>
                    <a:pt x="1306830" y="218440"/>
                    <a:pt x="1304290" y="218440"/>
                  </a:cubicBezTo>
                  <a:cubicBezTo>
                    <a:pt x="1301750" y="218440"/>
                    <a:pt x="1300480" y="219710"/>
                    <a:pt x="1297940" y="219710"/>
                  </a:cubicBezTo>
                  <a:cubicBezTo>
                    <a:pt x="1290320" y="220980"/>
                    <a:pt x="1282700" y="223520"/>
                    <a:pt x="1276350" y="222250"/>
                  </a:cubicBezTo>
                  <a:cubicBezTo>
                    <a:pt x="1267461" y="219710"/>
                    <a:pt x="1258570" y="220980"/>
                    <a:pt x="1250950" y="215900"/>
                  </a:cubicBezTo>
                  <a:cubicBezTo>
                    <a:pt x="1247140" y="213360"/>
                    <a:pt x="1245870" y="215900"/>
                    <a:pt x="1243330" y="215900"/>
                  </a:cubicBezTo>
                  <a:cubicBezTo>
                    <a:pt x="1242061" y="215900"/>
                    <a:pt x="1240791" y="215900"/>
                    <a:pt x="1238250" y="217170"/>
                  </a:cubicBezTo>
                  <a:cubicBezTo>
                    <a:pt x="1236980" y="220980"/>
                    <a:pt x="1231900" y="223520"/>
                    <a:pt x="1225550" y="220980"/>
                  </a:cubicBezTo>
                  <a:cubicBezTo>
                    <a:pt x="1221740" y="219710"/>
                    <a:pt x="1219200" y="219710"/>
                    <a:pt x="1215390" y="220980"/>
                  </a:cubicBezTo>
                  <a:cubicBezTo>
                    <a:pt x="1211580" y="222250"/>
                    <a:pt x="1207770" y="222250"/>
                    <a:pt x="1202690" y="223520"/>
                  </a:cubicBezTo>
                  <a:lnTo>
                    <a:pt x="1201420" y="223520"/>
                  </a:lnTo>
                  <a:cubicBezTo>
                    <a:pt x="1191260" y="229870"/>
                    <a:pt x="1181100" y="224791"/>
                    <a:pt x="1169670" y="224791"/>
                  </a:cubicBezTo>
                  <a:lnTo>
                    <a:pt x="1163320" y="224791"/>
                  </a:lnTo>
                  <a:cubicBezTo>
                    <a:pt x="1155700" y="226061"/>
                    <a:pt x="1151890" y="219711"/>
                    <a:pt x="1146810" y="215900"/>
                  </a:cubicBezTo>
                  <a:cubicBezTo>
                    <a:pt x="1141730" y="212090"/>
                    <a:pt x="1136650" y="207010"/>
                    <a:pt x="1131570" y="204470"/>
                  </a:cubicBezTo>
                  <a:cubicBezTo>
                    <a:pt x="1130300" y="203200"/>
                    <a:pt x="1126490" y="204470"/>
                    <a:pt x="1123950" y="204470"/>
                  </a:cubicBezTo>
                  <a:lnTo>
                    <a:pt x="1112520" y="204470"/>
                  </a:lnTo>
                  <a:lnTo>
                    <a:pt x="1111250" y="203200"/>
                  </a:lnTo>
                  <a:cubicBezTo>
                    <a:pt x="1102361" y="205741"/>
                    <a:pt x="1097280" y="200660"/>
                    <a:pt x="1090930" y="195580"/>
                  </a:cubicBezTo>
                  <a:cubicBezTo>
                    <a:pt x="1087120" y="193040"/>
                    <a:pt x="1082041" y="190500"/>
                    <a:pt x="1078230" y="189230"/>
                  </a:cubicBezTo>
                  <a:cubicBezTo>
                    <a:pt x="1073150" y="186690"/>
                    <a:pt x="1066800" y="185420"/>
                    <a:pt x="1064261" y="179070"/>
                  </a:cubicBezTo>
                  <a:cubicBezTo>
                    <a:pt x="1062991" y="176530"/>
                    <a:pt x="1060450" y="176530"/>
                    <a:pt x="1059180" y="173990"/>
                  </a:cubicBezTo>
                  <a:cubicBezTo>
                    <a:pt x="1057911" y="171450"/>
                    <a:pt x="1056641" y="168910"/>
                    <a:pt x="1056641" y="167640"/>
                  </a:cubicBezTo>
                  <a:cubicBezTo>
                    <a:pt x="1056641" y="165100"/>
                    <a:pt x="1057911" y="162560"/>
                    <a:pt x="1059180" y="160020"/>
                  </a:cubicBezTo>
                  <a:cubicBezTo>
                    <a:pt x="1060450" y="156210"/>
                    <a:pt x="1057911" y="152400"/>
                    <a:pt x="1054100" y="149860"/>
                  </a:cubicBezTo>
                  <a:cubicBezTo>
                    <a:pt x="1052830" y="148590"/>
                    <a:pt x="1050290" y="148590"/>
                    <a:pt x="1050290" y="147320"/>
                  </a:cubicBezTo>
                  <a:cubicBezTo>
                    <a:pt x="1047750" y="139700"/>
                    <a:pt x="1041400" y="137160"/>
                    <a:pt x="1036320" y="130810"/>
                  </a:cubicBezTo>
                  <a:cubicBezTo>
                    <a:pt x="1032510" y="127000"/>
                    <a:pt x="1029970" y="121920"/>
                    <a:pt x="1027430" y="116840"/>
                  </a:cubicBezTo>
                  <a:cubicBezTo>
                    <a:pt x="1024891" y="114300"/>
                    <a:pt x="1023620" y="111760"/>
                    <a:pt x="1019811" y="109220"/>
                  </a:cubicBezTo>
                  <a:cubicBezTo>
                    <a:pt x="1010921" y="105410"/>
                    <a:pt x="1002030" y="101600"/>
                    <a:pt x="993141" y="96520"/>
                  </a:cubicBezTo>
                  <a:cubicBezTo>
                    <a:pt x="993141" y="106680"/>
                    <a:pt x="990601" y="104140"/>
                    <a:pt x="989330" y="101600"/>
                  </a:cubicBezTo>
                  <a:cubicBezTo>
                    <a:pt x="989330" y="97790"/>
                    <a:pt x="986791" y="96520"/>
                    <a:pt x="982980" y="96520"/>
                  </a:cubicBezTo>
                  <a:cubicBezTo>
                    <a:pt x="982980" y="96520"/>
                    <a:pt x="981711" y="96520"/>
                    <a:pt x="981711" y="95250"/>
                  </a:cubicBezTo>
                  <a:cubicBezTo>
                    <a:pt x="980441" y="87630"/>
                    <a:pt x="974091" y="90170"/>
                    <a:pt x="970280" y="88900"/>
                  </a:cubicBezTo>
                  <a:cubicBezTo>
                    <a:pt x="967741" y="87630"/>
                    <a:pt x="965200" y="86360"/>
                    <a:pt x="962661" y="87630"/>
                  </a:cubicBezTo>
                  <a:cubicBezTo>
                    <a:pt x="957580" y="88900"/>
                    <a:pt x="953771" y="85090"/>
                    <a:pt x="948691" y="83820"/>
                  </a:cubicBezTo>
                  <a:cubicBezTo>
                    <a:pt x="947421" y="83820"/>
                    <a:pt x="946151" y="83820"/>
                    <a:pt x="944880" y="85090"/>
                  </a:cubicBezTo>
                  <a:cubicBezTo>
                    <a:pt x="942341" y="87630"/>
                    <a:pt x="939800" y="87630"/>
                    <a:pt x="935991" y="85090"/>
                  </a:cubicBezTo>
                  <a:cubicBezTo>
                    <a:pt x="930911" y="81280"/>
                    <a:pt x="925830" y="81280"/>
                    <a:pt x="919480" y="83820"/>
                  </a:cubicBezTo>
                  <a:cubicBezTo>
                    <a:pt x="916941" y="85090"/>
                    <a:pt x="914400" y="85090"/>
                    <a:pt x="911861" y="83820"/>
                  </a:cubicBezTo>
                  <a:cubicBezTo>
                    <a:pt x="906780" y="81280"/>
                    <a:pt x="901700" y="77470"/>
                    <a:pt x="895350" y="74930"/>
                  </a:cubicBezTo>
                  <a:cubicBezTo>
                    <a:pt x="894080" y="74930"/>
                    <a:pt x="892811" y="73660"/>
                    <a:pt x="891540" y="73660"/>
                  </a:cubicBezTo>
                  <a:cubicBezTo>
                    <a:pt x="883920" y="74930"/>
                    <a:pt x="877570" y="72390"/>
                    <a:pt x="869950" y="74930"/>
                  </a:cubicBezTo>
                  <a:cubicBezTo>
                    <a:pt x="866140" y="76200"/>
                    <a:pt x="861061" y="76200"/>
                    <a:pt x="858520" y="81280"/>
                  </a:cubicBezTo>
                  <a:cubicBezTo>
                    <a:pt x="857250" y="82550"/>
                    <a:pt x="853440" y="82550"/>
                    <a:pt x="850900" y="83820"/>
                  </a:cubicBezTo>
                  <a:cubicBezTo>
                    <a:pt x="844550" y="85090"/>
                    <a:pt x="838200" y="86360"/>
                    <a:pt x="831850" y="83820"/>
                  </a:cubicBezTo>
                  <a:cubicBezTo>
                    <a:pt x="826770" y="81280"/>
                    <a:pt x="820420" y="82550"/>
                    <a:pt x="815340" y="81280"/>
                  </a:cubicBezTo>
                  <a:cubicBezTo>
                    <a:pt x="811530" y="80010"/>
                    <a:pt x="808990" y="77470"/>
                    <a:pt x="806450" y="76200"/>
                  </a:cubicBezTo>
                  <a:cubicBezTo>
                    <a:pt x="805180" y="74930"/>
                    <a:pt x="803910" y="73660"/>
                    <a:pt x="802640" y="73660"/>
                  </a:cubicBezTo>
                  <a:cubicBezTo>
                    <a:pt x="795020" y="71120"/>
                    <a:pt x="788670" y="66040"/>
                    <a:pt x="784860" y="59690"/>
                  </a:cubicBezTo>
                  <a:cubicBezTo>
                    <a:pt x="782320" y="55880"/>
                    <a:pt x="778510" y="52070"/>
                    <a:pt x="775970" y="48260"/>
                  </a:cubicBezTo>
                  <a:cubicBezTo>
                    <a:pt x="767080" y="45720"/>
                    <a:pt x="768350" y="35560"/>
                    <a:pt x="763270" y="30480"/>
                  </a:cubicBezTo>
                  <a:cubicBezTo>
                    <a:pt x="759460" y="25400"/>
                    <a:pt x="755650" y="22860"/>
                    <a:pt x="749300" y="21590"/>
                  </a:cubicBezTo>
                  <a:lnTo>
                    <a:pt x="748030" y="21590"/>
                  </a:lnTo>
                  <a:cubicBezTo>
                    <a:pt x="741680" y="16510"/>
                    <a:pt x="735330" y="20320"/>
                    <a:pt x="727710" y="20320"/>
                  </a:cubicBezTo>
                  <a:cubicBezTo>
                    <a:pt x="725170" y="20320"/>
                    <a:pt x="721360" y="17780"/>
                    <a:pt x="718820" y="16510"/>
                  </a:cubicBezTo>
                  <a:cubicBezTo>
                    <a:pt x="717550" y="13970"/>
                    <a:pt x="716280" y="12700"/>
                    <a:pt x="715010" y="12700"/>
                  </a:cubicBezTo>
                  <a:cubicBezTo>
                    <a:pt x="707390" y="11430"/>
                    <a:pt x="701040" y="6350"/>
                    <a:pt x="694690" y="0"/>
                  </a:cubicBezTo>
                  <a:cubicBezTo>
                    <a:pt x="692150" y="1270"/>
                    <a:pt x="689610" y="2540"/>
                    <a:pt x="687070" y="2540"/>
                  </a:cubicBezTo>
                  <a:cubicBezTo>
                    <a:pt x="684530" y="3810"/>
                    <a:pt x="680720" y="3810"/>
                    <a:pt x="676910" y="3810"/>
                  </a:cubicBezTo>
                  <a:cubicBezTo>
                    <a:pt x="671830" y="2540"/>
                    <a:pt x="666750" y="3810"/>
                    <a:pt x="661670" y="7620"/>
                  </a:cubicBezTo>
                  <a:cubicBezTo>
                    <a:pt x="659130" y="8890"/>
                    <a:pt x="657860" y="10160"/>
                    <a:pt x="655320" y="11430"/>
                  </a:cubicBezTo>
                  <a:cubicBezTo>
                    <a:pt x="652780" y="12700"/>
                    <a:pt x="651510" y="15240"/>
                    <a:pt x="648970" y="16510"/>
                  </a:cubicBezTo>
                  <a:cubicBezTo>
                    <a:pt x="647700" y="17780"/>
                    <a:pt x="645160" y="17780"/>
                    <a:pt x="643890" y="19050"/>
                  </a:cubicBezTo>
                  <a:lnTo>
                    <a:pt x="636270" y="22860"/>
                  </a:lnTo>
                  <a:cubicBezTo>
                    <a:pt x="636270" y="22860"/>
                    <a:pt x="635000" y="24130"/>
                    <a:pt x="635000" y="22860"/>
                  </a:cubicBezTo>
                  <a:cubicBezTo>
                    <a:pt x="629920" y="20320"/>
                    <a:pt x="626110" y="25400"/>
                    <a:pt x="622300" y="27940"/>
                  </a:cubicBezTo>
                  <a:cubicBezTo>
                    <a:pt x="618490" y="30480"/>
                    <a:pt x="613410" y="30480"/>
                    <a:pt x="609600" y="33020"/>
                  </a:cubicBezTo>
                  <a:lnTo>
                    <a:pt x="608330" y="33020"/>
                  </a:lnTo>
                  <a:cubicBezTo>
                    <a:pt x="601980" y="34290"/>
                    <a:pt x="595630" y="36830"/>
                    <a:pt x="589280" y="38100"/>
                  </a:cubicBezTo>
                  <a:cubicBezTo>
                    <a:pt x="586740" y="38100"/>
                    <a:pt x="585470" y="39370"/>
                    <a:pt x="582930" y="40640"/>
                  </a:cubicBezTo>
                  <a:cubicBezTo>
                    <a:pt x="579120" y="41910"/>
                    <a:pt x="575310" y="44450"/>
                    <a:pt x="571500" y="45720"/>
                  </a:cubicBezTo>
                  <a:cubicBezTo>
                    <a:pt x="568960" y="46990"/>
                    <a:pt x="565150" y="48260"/>
                    <a:pt x="562610" y="49530"/>
                  </a:cubicBezTo>
                  <a:lnTo>
                    <a:pt x="558800" y="49530"/>
                  </a:lnTo>
                  <a:cubicBezTo>
                    <a:pt x="558800" y="49530"/>
                    <a:pt x="556260" y="49530"/>
                    <a:pt x="554990" y="52070"/>
                  </a:cubicBezTo>
                  <a:cubicBezTo>
                    <a:pt x="549910" y="49530"/>
                    <a:pt x="543560" y="48260"/>
                    <a:pt x="538480" y="45720"/>
                  </a:cubicBezTo>
                  <a:cubicBezTo>
                    <a:pt x="534670" y="44450"/>
                    <a:pt x="525780" y="46990"/>
                    <a:pt x="523240" y="50800"/>
                  </a:cubicBezTo>
                  <a:cubicBezTo>
                    <a:pt x="521970" y="52070"/>
                    <a:pt x="520700" y="53340"/>
                    <a:pt x="519430" y="53340"/>
                  </a:cubicBezTo>
                  <a:cubicBezTo>
                    <a:pt x="518160" y="53340"/>
                    <a:pt x="515620" y="52070"/>
                    <a:pt x="514350" y="52070"/>
                  </a:cubicBezTo>
                  <a:cubicBezTo>
                    <a:pt x="513080" y="52070"/>
                    <a:pt x="511810" y="53340"/>
                    <a:pt x="509270" y="53340"/>
                  </a:cubicBezTo>
                  <a:cubicBezTo>
                    <a:pt x="509270" y="54610"/>
                    <a:pt x="510540" y="55880"/>
                    <a:pt x="510540" y="57150"/>
                  </a:cubicBezTo>
                  <a:cubicBezTo>
                    <a:pt x="506730" y="58420"/>
                    <a:pt x="500380" y="68580"/>
                    <a:pt x="500380" y="73660"/>
                  </a:cubicBezTo>
                  <a:cubicBezTo>
                    <a:pt x="494030" y="76200"/>
                    <a:pt x="486410" y="77470"/>
                    <a:pt x="483870" y="85090"/>
                  </a:cubicBezTo>
                  <a:cubicBezTo>
                    <a:pt x="483870" y="86360"/>
                    <a:pt x="482600" y="86360"/>
                    <a:pt x="482600" y="87630"/>
                  </a:cubicBezTo>
                  <a:cubicBezTo>
                    <a:pt x="474980" y="88900"/>
                    <a:pt x="473710" y="96520"/>
                    <a:pt x="469900" y="102870"/>
                  </a:cubicBezTo>
                  <a:lnTo>
                    <a:pt x="469900" y="105410"/>
                  </a:lnTo>
                  <a:cubicBezTo>
                    <a:pt x="468630" y="105410"/>
                    <a:pt x="467360" y="106680"/>
                    <a:pt x="466090" y="106680"/>
                  </a:cubicBezTo>
                  <a:cubicBezTo>
                    <a:pt x="461010" y="109220"/>
                    <a:pt x="458470" y="113030"/>
                    <a:pt x="457200" y="119380"/>
                  </a:cubicBezTo>
                  <a:cubicBezTo>
                    <a:pt x="455930" y="125730"/>
                    <a:pt x="455930" y="130810"/>
                    <a:pt x="454660" y="137160"/>
                  </a:cubicBezTo>
                  <a:cubicBezTo>
                    <a:pt x="452120" y="135890"/>
                    <a:pt x="448310" y="138430"/>
                    <a:pt x="447040" y="134620"/>
                  </a:cubicBezTo>
                  <a:lnTo>
                    <a:pt x="444500" y="134620"/>
                  </a:lnTo>
                  <a:cubicBezTo>
                    <a:pt x="440690" y="139700"/>
                    <a:pt x="436880" y="144780"/>
                    <a:pt x="433070" y="148590"/>
                  </a:cubicBezTo>
                  <a:cubicBezTo>
                    <a:pt x="429260" y="151130"/>
                    <a:pt x="425450" y="152400"/>
                    <a:pt x="420370" y="154940"/>
                  </a:cubicBezTo>
                  <a:lnTo>
                    <a:pt x="420370" y="157480"/>
                  </a:lnTo>
                  <a:cubicBezTo>
                    <a:pt x="415290" y="156210"/>
                    <a:pt x="411480" y="154940"/>
                    <a:pt x="407670" y="152400"/>
                  </a:cubicBezTo>
                  <a:cubicBezTo>
                    <a:pt x="406400" y="152400"/>
                    <a:pt x="405130" y="151130"/>
                    <a:pt x="405130" y="151130"/>
                  </a:cubicBezTo>
                  <a:cubicBezTo>
                    <a:pt x="403860" y="151130"/>
                    <a:pt x="403860" y="149860"/>
                    <a:pt x="403860" y="149860"/>
                  </a:cubicBezTo>
                  <a:cubicBezTo>
                    <a:pt x="402590" y="149860"/>
                    <a:pt x="402590" y="151130"/>
                    <a:pt x="402590" y="152400"/>
                  </a:cubicBezTo>
                  <a:cubicBezTo>
                    <a:pt x="402590" y="157480"/>
                    <a:pt x="400050" y="156210"/>
                    <a:pt x="397510" y="154940"/>
                  </a:cubicBezTo>
                  <a:cubicBezTo>
                    <a:pt x="394970" y="153670"/>
                    <a:pt x="392430" y="153670"/>
                    <a:pt x="391160" y="157480"/>
                  </a:cubicBezTo>
                  <a:cubicBezTo>
                    <a:pt x="391160" y="158750"/>
                    <a:pt x="389890" y="160020"/>
                    <a:pt x="388620" y="160020"/>
                  </a:cubicBezTo>
                  <a:cubicBezTo>
                    <a:pt x="384810" y="161290"/>
                    <a:pt x="381000" y="162560"/>
                    <a:pt x="379730" y="166370"/>
                  </a:cubicBezTo>
                  <a:cubicBezTo>
                    <a:pt x="378460" y="168910"/>
                    <a:pt x="377190" y="170180"/>
                    <a:pt x="374650" y="172720"/>
                  </a:cubicBezTo>
                  <a:lnTo>
                    <a:pt x="355600" y="172720"/>
                  </a:lnTo>
                  <a:cubicBezTo>
                    <a:pt x="353060" y="172720"/>
                    <a:pt x="350520" y="172720"/>
                    <a:pt x="347980" y="173990"/>
                  </a:cubicBezTo>
                  <a:cubicBezTo>
                    <a:pt x="345440" y="173990"/>
                    <a:pt x="342900" y="175260"/>
                    <a:pt x="339090" y="176530"/>
                  </a:cubicBezTo>
                  <a:cubicBezTo>
                    <a:pt x="336550" y="177800"/>
                    <a:pt x="332740" y="180340"/>
                    <a:pt x="330200" y="181610"/>
                  </a:cubicBezTo>
                  <a:cubicBezTo>
                    <a:pt x="328930" y="182880"/>
                    <a:pt x="327660" y="182880"/>
                    <a:pt x="326390" y="182880"/>
                  </a:cubicBezTo>
                  <a:cubicBezTo>
                    <a:pt x="320040" y="182880"/>
                    <a:pt x="316230" y="186690"/>
                    <a:pt x="312420" y="190500"/>
                  </a:cubicBezTo>
                  <a:cubicBezTo>
                    <a:pt x="308610" y="193040"/>
                    <a:pt x="306070" y="196850"/>
                    <a:pt x="302260" y="199390"/>
                  </a:cubicBezTo>
                  <a:cubicBezTo>
                    <a:pt x="299720" y="200660"/>
                    <a:pt x="297180" y="201930"/>
                    <a:pt x="295910" y="203200"/>
                  </a:cubicBezTo>
                  <a:cubicBezTo>
                    <a:pt x="293370" y="204470"/>
                    <a:pt x="292100" y="207010"/>
                    <a:pt x="289560" y="207010"/>
                  </a:cubicBezTo>
                  <a:cubicBezTo>
                    <a:pt x="287020" y="208280"/>
                    <a:pt x="283210" y="208280"/>
                    <a:pt x="280670" y="207010"/>
                  </a:cubicBezTo>
                  <a:cubicBezTo>
                    <a:pt x="276860" y="204470"/>
                    <a:pt x="273050" y="207010"/>
                    <a:pt x="270510" y="208280"/>
                  </a:cubicBezTo>
                  <a:cubicBezTo>
                    <a:pt x="266700" y="209550"/>
                    <a:pt x="264160" y="212090"/>
                    <a:pt x="261620" y="213360"/>
                  </a:cubicBezTo>
                  <a:cubicBezTo>
                    <a:pt x="262890" y="214630"/>
                    <a:pt x="262890" y="215900"/>
                    <a:pt x="264160" y="217170"/>
                  </a:cubicBezTo>
                  <a:lnTo>
                    <a:pt x="260350" y="217170"/>
                  </a:lnTo>
                  <a:cubicBezTo>
                    <a:pt x="260350" y="218440"/>
                    <a:pt x="259080" y="219710"/>
                    <a:pt x="259080" y="220980"/>
                  </a:cubicBezTo>
                  <a:cubicBezTo>
                    <a:pt x="257810" y="220980"/>
                    <a:pt x="256540" y="219710"/>
                    <a:pt x="256540" y="219710"/>
                  </a:cubicBezTo>
                  <a:cubicBezTo>
                    <a:pt x="252730" y="222250"/>
                    <a:pt x="248920" y="224790"/>
                    <a:pt x="245110" y="226060"/>
                  </a:cubicBezTo>
                  <a:cubicBezTo>
                    <a:pt x="243840" y="226060"/>
                    <a:pt x="242570" y="227330"/>
                    <a:pt x="242570" y="227330"/>
                  </a:cubicBezTo>
                  <a:cubicBezTo>
                    <a:pt x="237490" y="226060"/>
                    <a:pt x="231140" y="227330"/>
                    <a:pt x="227330" y="223520"/>
                  </a:cubicBezTo>
                  <a:cubicBezTo>
                    <a:pt x="224790" y="220980"/>
                    <a:pt x="220980" y="219710"/>
                    <a:pt x="218440" y="217170"/>
                  </a:cubicBezTo>
                  <a:cubicBezTo>
                    <a:pt x="214630" y="214630"/>
                    <a:pt x="209550" y="215900"/>
                    <a:pt x="205740" y="222250"/>
                  </a:cubicBezTo>
                  <a:lnTo>
                    <a:pt x="187960" y="204470"/>
                  </a:lnTo>
                  <a:cubicBezTo>
                    <a:pt x="186690" y="205740"/>
                    <a:pt x="184150" y="207010"/>
                    <a:pt x="182880" y="208280"/>
                  </a:cubicBezTo>
                  <a:cubicBezTo>
                    <a:pt x="181610" y="208280"/>
                    <a:pt x="181610" y="209550"/>
                    <a:pt x="180340" y="209550"/>
                  </a:cubicBezTo>
                  <a:cubicBezTo>
                    <a:pt x="175260" y="210820"/>
                    <a:pt x="170180" y="212090"/>
                    <a:pt x="163830" y="213360"/>
                  </a:cubicBezTo>
                  <a:cubicBezTo>
                    <a:pt x="160020" y="214630"/>
                    <a:pt x="157480" y="215900"/>
                    <a:pt x="157480" y="220980"/>
                  </a:cubicBezTo>
                  <a:cubicBezTo>
                    <a:pt x="152400" y="223520"/>
                    <a:pt x="147320" y="222250"/>
                    <a:pt x="143510" y="227330"/>
                  </a:cubicBezTo>
                  <a:lnTo>
                    <a:pt x="139700" y="227330"/>
                  </a:lnTo>
                  <a:cubicBezTo>
                    <a:pt x="132080" y="223520"/>
                    <a:pt x="125730" y="224790"/>
                    <a:pt x="120650" y="231140"/>
                  </a:cubicBezTo>
                  <a:cubicBezTo>
                    <a:pt x="119380" y="232410"/>
                    <a:pt x="118110" y="232410"/>
                    <a:pt x="115570" y="232410"/>
                  </a:cubicBezTo>
                  <a:cubicBezTo>
                    <a:pt x="109220" y="231140"/>
                    <a:pt x="104140" y="234950"/>
                    <a:pt x="99060" y="238760"/>
                  </a:cubicBezTo>
                  <a:cubicBezTo>
                    <a:pt x="96520" y="241300"/>
                    <a:pt x="93980" y="242570"/>
                    <a:pt x="90170" y="242570"/>
                  </a:cubicBezTo>
                  <a:cubicBezTo>
                    <a:pt x="83820" y="243840"/>
                    <a:pt x="78740" y="243840"/>
                    <a:pt x="72390" y="243840"/>
                  </a:cubicBezTo>
                  <a:cubicBezTo>
                    <a:pt x="72390" y="243840"/>
                    <a:pt x="71120" y="243840"/>
                    <a:pt x="71120" y="245110"/>
                  </a:cubicBezTo>
                  <a:cubicBezTo>
                    <a:pt x="66040" y="251460"/>
                    <a:pt x="59690" y="251460"/>
                    <a:pt x="52070" y="251460"/>
                  </a:cubicBezTo>
                  <a:cubicBezTo>
                    <a:pt x="44450" y="251460"/>
                    <a:pt x="36830" y="252730"/>
                    <a:pt x="30480" y="259080"/>
                  </a:cubicBezTo>
                  <a:cubicBezTo>
                    <a:pt x="26670" y="262890"/>
                    <a:pt x="21590" y="265430"/>
                    <a:pt x="16510" y="269240"/>
                  </a:cubicBezTo>
                  <a:cubicBezTo>
                    <a:pt x="15240" y="269240"/>
                    <a:pt x="13970" y="270510"/>
                    <a:pt x="13970" y="270510"/>
                  </a:cubicBezTo>
                  <a:cubicBezTo>
                    <a:pt x="10160" y="270510"/>
                    <a:pt x="5080" y="269240"/>
                    <a:pt x="1270" y="269240"/>
                  </a:cubicBezTo>
                  <a:cubicBezTo>
                    <a:pt x="0" y="284480"/>
                    <a:pt x="2540" y="300990"/>
                    <a:pt x="3810" y="317500"/>
                  </a:cubicBezTo>
                  <a:close/>
                </a:path>
              </a:pathLst>
            </a:custGeom>
            <a:blipFill>
              <a:blip r:embed="rId10"/>
              <a:stretch>
                <a:fillRect l="-128361" t="0" r="-3628" b="0"/>
              </a:stretch>
            </a:blipFill>
          </p:spPr>
        </p:sp>
      </p:grpSp>
      <p:sp>
        <p:nvSpPr>
          <p:cNvPr name="TextBox 8" id="8"/>
          <p:cNvSpPr txBox="true"/>
          <p:nvPr/>
        </p:nvSpPr>
        <p:spPr>
          <a:xfrm rot="0">
            <a:off x="8061275" y="4774379"/>
            <a:ext cx="8796932" cy="3797704"/>
          </a:xfrm>
          <a:prstGeom prst="rect">
            <a:avLst/>
          </a:prstGeom>
        </p:spPr>
        <p:txBody>
          <a:bodyPr anchor="t" rtlCol="false" tIns="0" lIns="0" bIns="0" rIns="0">
            <a:spAutoFit/>
          </a:bodyPr>
          <a:lstStyle/>
          <a:p>
            <a:pPr algn="l">
              <a:lnSpc>
                <a:spcPts val="4339"/>
              </a:lnSpc>
            </a:pPr>
            <a:r>
              <a:rPr lang="en-US" sz="3099">
                <a:solidFill>
                  <a:srgbClr val="6B3E3E"/>
                </a:solidFill>
                <a:latin typeface="Arimo"/>
                <a:ea typeface="Arimo"/>
                <a:cs typeface="Arimo"/>
                <a:sym typeface="Arimo"/>
              </a:rPr>
              <a:t>Lorem ipsum dolor sit amet, consectetur adipiscing elit. Proin at purus volutpat, lobortis quam vel, finibus tortor. Quisque ultrices semper diam, in hendrerit orci maximus ut. Suspendisse accumsan vehicula augue eu eleifend. Duis mauris erat, auctor nec porttitor eu, finibus sit amet erat. </a:t>
            </a:r>
          </a:p>
        </p:txBody>
      </p:sp>
      <p:sp>
        <p:nvSpPr>
          <p:cNvPr name="TextBox 9" id="9"/>
          <p:cNvSpPr txBox="true"/>
          <p:nvPr/>
        </p:nvSpPr>
        <p:spPr>
          <a:xfrm rot="0">
            <a:off x="12886131" y="2545824"/>
            <a:ext cx="3644460" cy="1212044"/>
          </a:xfrm>
          <a:prstGeom prst="rect">
            <a:avLst/>
          </a:prstGeom>
        </p:spPr>
        <p:txBody>
          <a:bodyPr anchor="t" rtlCol="false" tIns="0" lIns="0" bIns="0" rIns="0">
            <a:spAutoFit/>
          </a:bodyPr>
          <a:lstStyle/>
          <a:p>
            <a:pPr algn="ctr">
              <a:lnSpc>
                <a:spcPts val="4684"/>
              </a:lnSpc>
            </a:pPr>
            <a:r>
              <a:rPr lang="en-US" sz="4418">
                <a:solidFill>
                  <a:srgbClr val="6B3E3E"/>
                </a:solidFill>
                <a:latin typeface="210 클레이토이"/>
                <a:ea typeface="210 클레이토이"/>
                <a:cs typeface="210 클레이토이"/>
                <a:sym typeface="210 클레이토이"/>
              </a:rPr>
              <a:t>Client:</a:t>
            </a:r>
          </a:p>
          <a:p>
            <a:pPr algn="ctr">
              <a:lnSpc>
                <a:spcPts val="4684"/>
              </a:lnSpc>
            </a:pPr>
            <a:r>
              <a:rPr lang="en-US" sz="4418">
                <a:solidFill>
                  <a:srgbClr val="6B3E3E"/>
                </a:solidFill>
                <a:latin typeface="210 클레이토이"/>
                <a:ea typeface="210 클레이토이"/>
                <a:cs typeface="210 클레이토이"/>
                <a:sym typeface="210 클레이토이"/>
              </a:rPr>
              <a:t>Larana, Inc.</a:t>
            </a:r>
          </a:p>
        </p:txBody>
      </p:sp>
      <p:sp>
        <p:nvSpPr>
          <p:cNvPr name="TextBox 10" id="10"/>
          <p:cNvSpPr txBox="true"/>
          <p:nvPr/>
        </p:nvSpPr>
        <p:spPr>
          <a:xfrm rot="0">
            <a:off x="2760340" y="1243628"/>
            <a:ext cx="6094932" cy="1047750"/>
          </a:xfrm>
          <a:prstGeom prst="rect">
            <a:avLst/>
          </a:prstGeom>
        </p:spPr>
        <p:txBody>
          <a:bodyPr anchor="t" rtlCol="false" tIns="0" lIns="0" bIns="0" rIns="0">
            <a:spAutoFit/>
          </a:bodyPr>
          <a:lstStyle/>
          <a:p>
            <a:pPr algn="l">
              <a:lnSpc>
                <a:spcPts val="7950"/>
              </a:lnSpc>
            </a:pPr>
            <a:r>
              <a:rPr lang="en-US" sz="7500">
                <a:solidFill>
                  <a:srgbClr val="DB5C5C"/>
                </a:solidFill>
                <a:latin typeface="210 클레이토이"/>
                <a:ea typeface="210 클레이토이"/>
                <a:cs typeface="210 클레이토이"/>
                <a:sym typeface="210 클레이토이"/>
              </a:rPr>
              <a:t>Project 1 </a:t>
            </a:r>
          </a:p>
        </p:txBody>
      </p:sp>
      <p:sp>
        <p:nvSpPr>
          <p:cNvPr name="Freeform 11" id="11"/>
          <p:cNvSpPr/>
          <p:nvPr/>
        </p:nvSpPr>
        <p:spPr>
          <a:xfrm flipH="false" flipV="false" rot="3331616">
            <a:off x="-1833911" y="6737298"/>
            <a:ext cx="5379349" cy="4727733"/>
          </a:xfrm>
          <a:custGeom>
            <a:avLst/>
            <a:gdLst/>
            <a:ahLst/>
            <a:cxnLst/>
            <a:rect r="r" b="b" t="t" l="l"/>
            <a:pathLst>
              <a:path h="4727733" w="5379349">
                <a:moveTo>
                  <a:pt x="0" y="0"/>
                </a:moveTo>
                <a:lnTo>
                  <a:pt x="5379349" y="0"/>
                </a:lnTo>
                <a:lnTo>
                  <a:pt x="5379349" y="4727733"/>
                </a:lnTo>
                <a:lnTo>
                  <a:pt x="0" y="47277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8F1"/>
        </a:solidFill>
      </p:bgPr>
    </p:bg>
    <p:spTree>
      <p:nvGrpSpPr>
        <p:cNvPr id="1" name=""/>
        <p:cNvGrpSpPr/>
        <p:nvPr/>
      </p:nvGrpSpPr>
      <p:grpSpPr>
        <a:xfrm>
          <a:off x="0" y="0"/>
          <a:ext cx="0" cy="0"/>
          <a:chOff x="0" y="0"/>
          <a:chExt cx="0" cy="0"/>
        </a:xfrm>
      </p:grpSpPr>
      <p:sp>
        <p:nvSpPr>
          <p:cNvPr name="Freeform 2" id="2"/>
          <p:cNvSpPr/>
          <p:nvPr/>
        </p:nvSpPr>
        <p:spPr>
          <a:xfrm flipH="true" flipV="false" rot="0">
            <a:off x="7584093" y="3581451"/>
            <a:ext cx="9751296" cy="5485739"/>
          </a:xfrm>
          <a:custGeom>
            <a:avLst/>
            <a:gdLst/>
            <a:ahLst/>
            <a:cxnLst/>
            <a:rect r="r" b="b" t="t" l="l"/>
            <a:pathLst>
              <a:path h="5485739" w="9751296">
                <a:moveTo>
                  <a:pt x="9751296" y="0"/>
                </a:moveTo>
                <a:lnTo>
                  <a:pt x="0" y="0"/>
                </a:lnTo>
                <a:lnTo>
                  <a:pt x="0" y="5485740"/>
                </a:lnTo>
                <a:lnTo>
                  <a:pt x="9751296" y="5485740"/>
                </a:lnTo>
                <a:lnTo>
                  <a:pt x="97512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073100" y="495189"/>
            <a:ext cx="1262289" cy="1306379"/>
          </a:xfrm>
          <a:custGeom>
            <a:avLst/>
            <a:gdLst/>
            <a:ahLst/>
            <a:cxnLst/>
            <a:rect r="r" b="b" t="t" l="l"/>
            <a:pathLst>
              <a:path h="1306379" w="1262289">
                <a:moveTo>
                  <a:pt x="0" y="0"/>
                </a:moveTo>
                <a:lnTo>
                  <a:pt x="1262289" y="0"/>
                </a:lnTo>
                <a:lnTo>
                  <a:pt x="1262289" y="1306379"/>
                </a:lnTo>
                <a:lnTo>
                  <a:pt x="0" y="13063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558515" y="2036000"/>
            <a:ext cx="4299692" cy="2414528"/>
          </a:xfrm>
          <a:custGeom>
            <a:avLst/>
            <a:gdLst/>
            <a:ahLst/>
            <a:cxnLst/>
            <a:rect r="r" b="b" t="t" l="l"/>
            <a:pathLst>
              <a:path h="2414528" w="4299692">
                <a:moveTo>
                  <a:pt x="0" y="0"/>
                </a:moveTo>
                <a:lnTo>
                  <a:pt x="4299692" y="0"/>
                </a:lnTo>
                <a:lnTo>
                  <a:pt x="4299692" y="2414529"/>
                </a:lnTo>
                <a:lnTo>
                  <a:pt x="0" y="24145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371216">
            <a:off x="7655118" y="3056931"/>
            <a:ext cx="736638" cy="1357857"/>
          </a:xfrm>
          <a:custGeom>
            <a:avLst/>
            <a:gdLst/>
            <a:ahLst/>
            <a:cxnLst/>
            <a:rect r="r" b="b" t="t" l="l"/>
            <a:pathLst>
              <a:path h="1357857" w="736638">
                <a:moveTo>
                  <a:pt x="0" y="0"/>
                </a:moveTo>
                <a:lnTo>
                  <a:pt x="736638" y="0"/>
                </a:lnTo>
                <a:lnTo>
                  <a:pt x="736638" y="1357857"/>
                </a:lnTo>
                <a:lnTo>
                  <a:pt x="0" y="13578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a:grpSpLocks noChangeAspect="true"/>
          </p:cNvGrpSpPr>
          <p:nvPr/>
        </p:nvGrpSpPr>
        <p:grpSpPr>
          <a:xfrm rot="0">
            <a:off x="2631398" y="2608212"/>
            <a:ext cx="4428821" cy="6840809"/>
            <a:chOff x="0" y="0"/>
            <a:chExt cx="2192020" cy="3385820"/>
          </a:xfrm>
        </p:grpSpPr>
        <p:sp>
          <p:nvSpPr>
            <p:cNvPr name="Freeform 7" id="7"/>
            <p:cNvSpPr/>
            <p:nvPr/>
          </p:nvSpPr>
          <p:spPr>
            <a:xfrm flipH="false" flipV="false" rot="0">
              <a:off x="1270" y="-1"/>
              <a:ext cx="2194560" cy="3388362"/>
            </a:xfrm>
            <a:custGeom>
              <a:avLst/>
              <a:gdLst/>
              <a:ahLst/>
              <a:cxnLst/>
              <a:rect r="r" b="b" t="t" l="l"/>
              <a:pathLst>
                <a:path h="3388362" w="2194560">
                  <a:moveTo>
                    <a:pt x="3810" y="317501"/>
                  </a:moveTo>
                  <a:cubicBezTo>
                    <a:pt x="13970" y="425451"/>
                    <a:pt x="16510" y="533401"/>
                    <a:pt x="17780" y="642621"/>
                  </a:cubicBezTo>
                  <a:cubicBezTo>
                    <a:pt x="24130" y="1036321"/>
                    <a:pt x="21590" y="1430021"/>
                    <a:pt x="17780" y="1823721"/>
                  </a:cubicBezTo>
                  <a:cubicBezTo>
                    <a:pt x="13970" y="2218691"/>
                    <a:pt x="8890" y="2613661"/>
                    <a:pt x="8890" y="3009901"/>
                  </a:cubicBezTo>
                  <a:cubicBezTo>
                    <a:pt x="8890" y="3013711"/>
                    <a:pt x="8890" y="3017521"/>
                    <a:pt x="7620" y="3021331"/>
                  </a:cubicBezTo>
                  <a:cubicBezTo>
                    <a:pt x="11430" y="3022601"/>
                    <a:pt x="15240" y="3025141"/>
                    <a:pt x="19050" y="3027681"/>
                  </a:cubicBezTo>
                  <a:cubicBezTo>
                    <a:pt x="24130" y="3031491"/>
                    <a:pt x="27940" y="3037841"/>
                    <a:pt x="33020" y="3044191"/>
                  </a:cubicBezTo>
                  <a:cubicBezTo>
                    <a:pt x="44450" y="3058161"/>
                    <a:pt x="55880" y="3072131"/>
                    <a:pt x="66040" y="3086101"/>
                  </a:cubicBezTo>
                  <a:cubicBezTo>
                    <a:pt x="77470" y="3102611"/>
                    <a:pt x="88900" y="3117851"/>
                    <a:pt x="100330" y="3134361"/>
                  </a:cubicBezTo>
                  <a:cubicBezTo>
                    <a:pt x="105410" y="3141981"/>
                    <a:pt x="110490" y="3149601"/>
                    <a:pt x="115570" y="3155951"/>
                  </a:cubicBezTo>
                  <a:cubicBezTo>
                    <a:pt x="119380" y="3161031"/>
                    <a:pt x="125730" y="3163571"/>
                    <a:pt x="129540" y="3167381"/>
                  </a:cubicBezTo>
                  <a:cubicBezTo>
                    <a:pt x="142240" y="3177541"/>
                    <a:pt x="156210" y="3187701"/>
                    <a:pt x="168910" y="3197861"/>
                  </a:cubicBezTo>
                  <a:cubicBezTo>
                    <a:pt x="181610" y="3208021"/>
                    <a:pt x="194310" y="3216911"/>
                    <a:pt x="209550" y="3223261"/>
                  </a:cubicBezTo>
                  <a:cubicBezTo>
                    <a:pt x="243840" y="3238501"/>
                    <a:pt x="276860" y="3255011"/>
                    <a:pt x="311150" y="3270251"/>
                  </a:cubicBezTo>
                  <a:cubicBezTo>
                    <a:pt x="330200" y="3279141"/>
                    <a:pt x="349250" y="3286761"/>
                    <a:pt x="369570" y="3295651"/>
                  </a:cubicBezTo>
                  <a:cubicBezTo>
                    <a:pt x="370840" y="3296921"/>
                    <a:pt x="374650" y="3295651"/>
                    <a:pt x="375920" y="3295651"/>
                  </a:cubicBezTo>
                  <a:lnTo>
                    <a:pt x="383540" y="3295651"/>
                  </a:lnTo>
                  <a:lnTo>
                    <a:pt x="384810" y="3296921"/>
                  </a:lnTo>
                  <a:cubicBezTo>
                    <a:pt x="387350" y="3290571"/>
                    <a:pt x="389890" y="3285491"/>
                    <a:pt x="393700" y="3279141"/>
                  </a:cubicBezTo>
                  <a:cubicBezTo>
                    <a:pt x="397510" y="3274061"/>
                    <a:pt x="400050" y="3265171"/>
                    <a:pt x="408940" y="3265171"/>
                  </a:cubicBezTo>
                  <a:cubicBezTo>
                    <a:pt x="408940" y="3265171"/>
                    <a:pt x="410210" y="3265171"/>
                    <a:pt x="410210" y="3263901"/>
                  </a:cubicBezTo>
                  <a:cubicBezTo>
                    <a:pt x="414020" y="3257551"/>
                    <a:pt x="420370" y="3256281"/>
                    <a:pt x="427990" y="3255011"/>
                  </a:cubicBezTo>
                  <a:cubicBezTo>
                    <a:pt x="435610" y="3253741"/>
                    <a:pt x="441960" y="3249931"/>
                    <a:pt x="448310" y="3247391"/>
                  </a:cubicBezTo>
                  <a:cubicBezTo>
                    <a:pt x="449580" y="3247391"/>
                    <a:pt x="449580" y="3246121"/>
                    <a:pt x="450850" y="3246121"/>
                  </a:cubicBezTo>
                  <a:cubicBezTo>
                    <a:pt x="459740" y="3248661"/>
                    <a:pt x="466090" y="3242311"/>
                    <a:pt x="473710" y="3239771"/>
                  </a:cubicBezTo>
                  <a:lnTo>
                    <a:pt x="474980" y="3239771"/>
                  </a:lnTo>
                  <a:cubicBezTo>
                    <a:pt x="482600" y="3239771"/>
                    <a:pt x="488950" y="3235961"/>
                    <a:pt x="496570" y="3234691"/>
                  </a:cubicBezTo>
                  <a:cubicBezTo>
                    <a:pt x="502920" y="3233421"/>
                    <a:pt x="509270" y="3233421"/>
                    <a:pt x="515620" y="3229611"/>
                  </a:cubicBezTo>
                  <a:cubicBezTo>
                    <a:pt x="521970" y="3225801"/>
                    <a:pt x="529590" y="3223261"/>
                    <a:pt x="535940" y="3220721"/>
                  </a:cubicBezTo>
                  <a:cubicBezTo>
                    <a:pt x="542290" y="3218181"/>
                    <a:pt x="548640" y="3216911"/>
                    <a:pt x="554990" y="3214371"/>
                  </a:cubicBezTo>
                  <a:lnTo>
                    <a:pt x="561340" y="3214371"/>
                  </a:lnTo>
                  <a:cubicBezTo>
                    <a:pt x="567690" y="3214371"/>
                    <a:pt x="572770" y="3214371"/>
                    <a:pt x="577850" y="3210561"/>
                  </a:cubicBezTo>
                  <a:lnTo>
                    <a:pt x="580390" y="3210561"/>
                  </a:lnTo>
                  <a:cubicBezTo>
                    <a:pt x="586740" y="3210561"/>
                    <a:pt x="594360" y="3211831"/>
                    <a:pt x="600710" y="3211831"/>
                  </a:cubicBezTo>
                  <a:lnTo>
                    <a:pt x="605790" y="3211831"/>
                  </a:lnTo>
                  <a:cubicBezTo>
                    <a:pt x="612140" y="3210561"/>
                    <a:pt x="614680" y="3215641"/>
                    <a:pt x="618490" y="3218181"/>
                  </a:cubicBezTo>
                  <a:cubicBezTo>
                    <a:pt x="624840" y="3225801"/>
                    <a:pt x="632460" y="3227071"/>
                    <a:pt x="642620" y="3225801"/>
                  </a:cubicBezTo>
                  <a:cubicBezTo>
                    <a:pt x="651510" y="3224531"/>
                    <a:pt x="659130" y="3223261"/>
                    <a:pt x="668020" y="3223261"/>
                  </a:cubicBezTo>
                  <a:cubicBezTo>
                    <a:pt x="671830" y="3223261"/>
                    <a:pt x="676910" y="3224531"/>
                    <a:pt x="680720" y="3225801"/>
                  </a:cubicBezTo>
                  <a:cubicBezTo>
                    <a:pt x="684530" y="3227071"/>
                    <a:pt x="687070" y="3228341"/>
                    <a:pt x="690880" y="3229611"/>
                  </a:cubicBezTo>
                  <a:lnTo>
                    <a:pt x="694690" y="3233421"/>
                  </a:lnTo>
                  <a:cubicBezTo>
                    <a:pt x="694690" y="3233421"/>
                    <a:pt x="695960" y="3237231"/>
                    <a:pt x="697230" y="3238501"/>
                  </a:cubicBezTo>
                  <a:cubicBezTo>
                    <a:pt x="699770" y="3239771"/>
                    <a:pt x="702310" y="3239771"/>
                    <a:pt x="703580" y="3241041"/>
                  </a:cubicBezTo>
                  <a:lnTo>
                    <a:pt x="704850" y="3242311"/>
                  </a:lnTo>
                  <a:cubicBezTo>
                    <a:pt x="711200" y="3238501"/>
                    <a:pt x="713740" y="3244851"/>
                    <a:pt x="717550" y="3246121"/>
                  </a:cubicBezTo>
                  <a:cubicBezTo>
                    <a:pt x="722630" y="3248661"/>
                    <a:pt x="726440" y="3251201"/>
                    <a:pt x="731520" y="3255011"/>
                  </a:cubicBezTo>
                  <a:cubicBezTo>
                    <a:pt x="731520" y="3253741"/>
                    <a:pt x="731520" y="3252471"/>
                    <a:pt x="732790" y="3251201"/>
                  </a:cubicBezTo>
                  <a:cubicBezTo>
                    <a:pt x="740410" y="3252471"/>
                    <a:pt x="749300" y="3252471"/>
                    <a:pt x="756920" y="3257551"/>
                  </a:cubicBezTo>
                  <a:cubicBezTo>
                    <a:pt x="758190" y="3255011"/>
                    <a:pt x="760730" y="3252471"/>
                    <a:pt x="763270" y="3249931"/>
                  </a:cubicBezTo>
                  <a:cubicBezTo>
                    <a:pt x="763270" y="3249931"/>
                    <a:pt x="763270" y="3248661"/>
                    <a:pt x="764540" y="3248661"/>
                  </a:cubicBezTo>
                  <a:cubicBezTo>
                    <a:pt x="770890" y="3247391"/>
                    <a:pt x="774700" y="3243581"/>
                    <a:pt x="775970" y="3237231"/>
                  </a:cubicBezTo>
                  <a:cubicBezTo>
                    <a:pt x="777240" y="3234691"/>
                    <a:pt x="777240" y="3232151"/>
                    <a:pt x="777240" y="3230881"/>
                  </a:cubicBezTo>
                  <a:cubicBezTo>
                    <a:pt x="782320" y="3228341"/>
                    <a:pt x="786130" y="3225801"/>
                    <a:pt x="791210" y="3223261"/>
                  </a:cubicBezTo>
                  <a:lnTo>
                    <a:pt x="791210" y="3220721"/>
                  </a:lnTo>
                  <a:cubicBezTo>
                    <a:pt x="787400" y="3214371"/>
                    <a:pt x="787400" y="3213101"/>
                    <a:pt x="793750" y="3210561"/>
                  </a:cubicBezTo>
                  <a:cubicBezTo>
                    <a:pt x="795020" y="3209291"/>
                    <a:pt x="795020" y="3208021"/>
                    <a:pt x="796290" y="3208021"/>
                  </a:cubicBezTo>
                  <a:cubicBezTo>
                    <a:pt x="798830" y="3206751"/>
                    <a:pt x="801370" y="3205481"/>
                    <a:pt x="802640" y="3204211"/>
                  </a:cubicBezTo>
                  <a:cubicBezTo>
                    <a:pt x="802640" y="3204211"/>
                    <a:pt x="802640" y="3205481"/>
                    <a:pt x="803910" y="3205481"/>
                  </a:cubicBezTo>
                  <a:lnTo>
                    <a:pt x="803910" y="3202941"/>
                  </a:lnTo>
                  <a:cubicBezTo>
                    <a:pt x="811530" y="3200401"/>
                    <a:pt x="819150" y="3197861"/>
                    <a:pt x="826770" y="3194051"/>
                  </a:cubicBezTo>
                  <a:cubicBezTo>
                    <a:pt x="830580" y="3191511"/>
                    <a:pt x="834390" y="3190241"/>
                    <a:pt x="839470" y="3192781"/>
                  </a:cubicBezTo>
                  <a:cubicBezTo>
                    <a:pt x="842010" y="3194051"/>
                    <a:pt x="844550" y="3192781"/>
                    <a:pt x="847090" y="3191511"/>
                  </a:cubicBezTo>
                  <a:cubicBezTo>
                    <a:pt x="853440" y="3188971"/>
                    <a:pt x="859790" y="3187701"/>
                    <a:pt x="866140" y="3185161"/>
                  </a:cubicBezTo>
                  <a:cubicBezTo>
                    <a:pt x="871220" y="3183891"/>
                    <a:pt x="875030" y="3181351"/>
                    <a:pt x="880110" y="3178811"/>
                  </a:cubicBezTo>
                  <a:cubicBezTo>
                    <a:pt x="880110" y="3178811"/>
                    <a:pt x="881380" y="3176271"/>
                    <a:pt x="880110" y="3175001"/>
                  </a:cubicBezTo>
                  <a:cubicBezTo>
                    <a:pt x="880110" y="3173731"/>
                    <a:pt x="878840" y="3171191"/>
                    <a:pt x="878840" y="3169921"/>
                  </a:cubicBezTo>
                  <a:cubicBezTo>
                    <a:pt x="882650" y="3167381"/>
                    <a:pt x="885190" y="3164841"/>
                    <a:pt x="887730" y="3164841"/>
                  </a:cubicBezTo>
                  <a:cubicBezTo>
                    <a:pt x="891540" y="3163571"/>
                    <a:pt x="896620" y="3163571"/>
                    <a:pt x="901700" y="3162301"/>
                  </a:cubicBezTo>
                  <a:cubicBezTo>
                    <a:pt x="905510" y="3150871"/>
                    <a:pt x="913130" y="3148331"/>
                    <a:pt x="922020" y="3152141"/>
                  </a:cubicBezTo>
                  <a:lnTo>
                    <a:pt x="924560" y="3149601"/>
                  </a:lnTo>
                  <a:cubicBezTo>
                    <a:pt x="925830" y="3150871"/>
                    <a:pt x="925830" y="3150871"/>
                    <a:pt x="925830" y="3152141"/>
                  </a:cubicBezTo>
                  <a:cubicBezTo>
                    <a:pt x="929640" y="3149601"/>
                    <a:pt x="933450" y="3147061"/>
                    <a:pt x="937260" y="3145791"/>
                  </a:cubicBezTo>
                  <a:cubicBezTo>
                    <a:pt x="941070" y="3143251"/>
                    <a:pt x="944880" y="3140711"/>
                    <a:pt x="949960" y="3143251"/>
                  </a:cubicBezTo>
                  <a:cubicBezTo>
                    <a:pt x="949960" y="3136901"/>
                    <a:pt x="953770" y="3136901"/>
                    <a:pt x="957580" y="3138171"/>
                  </a:cubicBezTo>
                  <a:cubicBezTo>
                    <a:pt x="960120" y="3138171"/>
                    <a:pt x="963930" y="3136901"/>
                    <a:pt x="966470" y="3135632"/>
                  </a:cubicBezTo>
                  <a:cubicBezTo>
                    <a:pt x="967740" y="3135632"/>
                    <a:pt x="970280" y="3134361"/>
                    <a:pt x="971550" y="3135632"/>
                  </a:cubicBezTo>
                  <a:cubicBezTo>
                    <a:pt x="976630" y="3139442"/>
                    <a:pt x="984250" y="3140711"/>
                    <a:pt x="989330" y="3147061"/>
                  </a:cubicBezTo>
                  <a:cubicBezTo>
                    <a:pt x="993140" y="3152141"/>
                    <a:pt x="999490" y="3154682"/>
                    <a:pt x="1002030" y="3162301"/>
                  </a:cubicBezTo>
                  <a:cubicBezTo>
                    <a:pt x="1003300" y="3164841"/>
                    <a:pt x="1008380" y="3167381"/>
                    <a:pt x="1010920" y="3168651"/>
                  </a:cubicBezTo>
                  <a:cubicBezTo>
                    <a:pt x="1010920" y="3168651"/>
                    <a:pt x="1012190" y="3168651"/>
                    <a:pt x="1013460" y="3169921"/>
                  </a:cubicBezTo>
                  <a:cubicBezTo>
                    <a:pt x="1014730" y="3173732"/>
                    <a:pt x="1018540" y="3172461"/>
                    <a:pt x="1021080" y="3171192"/>
                  </a:cubicBezTo>
                  <a:cubicBezTo>
                    <a:pt x="1023620" y="3171192"/>
                    <a:pt x="1026160" y="3169921"/>
                    <a:pt x="1027430" y="3173732"/>
                  </a:cubicBezTo>
                  <a:cubicBezTo>
                    <a:pt x="1027430" y="3175002"/>
                    <a:pt x="1031240" y="3176271"/>
                    <a:pt x="1032510" y="3177542"/>
                  </a:cubicBezTo>
                  <a:cubicBezTo>
                    <a:pt x="1036320" y="3180082"/>
                    <a:pt x="1040130" y="3182621"/>
                    <a:pt x="1042670" y="3185162"/>
                  </a:cubicBezTo>
                  <a:cubicBezTo>
                    <a:pt x="1043940" y="3186432"/>
                    <a:pt x="1045210" y="3187702"/>
                    <a:pt x="1045210" y="3188972"/>
                  </a:cubicBezTo>
                  <a:cubicBezTo>
                    <a:pt x="1045210" y="3192782"/>
                    <a:pt x="1049020" y="3195322"/>
                    <a:pt x="1052830" y="3195322"/>
                  </a:cubicBezTo>
                  <a:cubicBezTo>
                    <a:pt x="1057910" y="3196592"/>
                    <a:pt x="1061720" y="3196592"/>
                    <a:pt x="1066800" y="3197862"/>
                  </a:cubicBezTo>
                  <a:cubicBezTo>
                    <a:pt x="1068070" y="3197862"/>
                    <a:pt x="1068070" y="3200402"/>
                    <a:pt x="1069340" y="3200402"/>
                  </a:cubicBezTo>
                  <a:cubicBezTo>
                    <a:pt x="1070610" y="3202942"/>
                    <a:pt x="1071880" y="3206752"/>
                    <a:pt x="1076960" y="3204212"/>
                  </a:cubicBezTo>
                  <a:cubicBezTo>
                    <a:pt x="1079500" y="3202942"/>
                    <a:pt x="1087120" y="3205482"/>
                    <a:pt x="1088390" y="3208022"/>
                  </a:cubicBezTo>
                  <a:cubicBezTo>
                    <a:pt x="1090930" y="3216912"/>
                    <a:pt x="1099820" y="3216912"/>
                    <a:pt x="1106170" y="3219452"/>
                  </a:cubicBezTo>
                  <a:cubicBezTo>
                    <a:pt x="1107440" y="3219452"/>
                    <a:pt x="1108710" y="3219452"/>
                    <a:pt x="1108710" y="3220722"/>
                  </a:cubicBezTo>
                  <a:cubicBezTo>
                    <a:pt x="1112520" y="3225802"/>
                    <a:pt x="1117600" y="3227072"/>
                    <a:pt x="1122680" y="3229612"/>
                  </a:cubicBezTo>
                  <a:cubicBezTo>
                    <a:pt x="1127760" y="3232152"/>
                    <a:pt x="1132840" y="3237232"/>
                    <a:pt x="1137920" y="3242312"/>
                  </a:cubicBezTo>
                  <a:lnTo>
                    <a:pt x="1144270" y="3248662"/>
                  </a:lnTo>
                  <a:cubicBezTo>
                    <a:pt x="1145540" y="3249932"/>
                    <a:pt x="1146810" y="3249932"/>
                    <a:pt x="1148080" y="3249932"/>
                  </a:cubicBezTo>
                  <a:cubicBezTo>
                    <a:pt x="1151890" y="3249932"/>
                    <a:pt x="1155700" y="3248662"/>
                    <a:pt x="1158240" y="3252472"/>
                  </a:cubicBezTo>
                  <a:cubicBezTo>
                    <a:pt x="1158240" y="3252472"/>
                    <a:pt x="1159510" y="3253742"/>
                    <a:pt x="1160780" y="3253742"/>
                  </a:cubicBezTo>
                  <a:cubicBezTo>
                    <a:pt x="1170940" y="3252472"/>
                    <a:pt x="1177290" y="3258822"/>
                    <a:pt x="1183640" y="3265172"/>
                  </a:cubicBezTo>
                  <a:cubicBezTo>
                    <a:pt x="1186180" y="3267712"/>
                    <a:pt x="1191260" y="3268982"/>
                    <a:pt x="1193800" y="3268982"/>
                  </a:cubicBezTo>
                  <a:cubicBezTo>
                    <a:pt x="1201420" y="3271522"/>
                    <a:pt x="1210310" y="3272792"/>
                    <a:pt x="1216660" y="3277872"/>
                  </a:cubicBezTo>
                  <a:cubicBezTo>
                    <a:pt x="1220470" y="3280412"/>
                    <a:pt x="1225550" y="3284222"/>
                    <a:pt x="1229360" y="3284222"/>
                  </a:cubicBezTo>
                  <a:cubicBezTo>
                    <a:pt x="1235710" y="3284222"/>
                    <a:pt x="1238250" y="3289302"/>
                    <a:pt x="1240790" y="3293112"/>
                  </a:cubicBezTo>
                  <a:cubicBezTo>
                    <a:pt x="1248410" y="3294382"/>
                    <a:pt x="1256030" y="3294382"/>
                    <a:pt x="1259840" y="3302002"/>
                  </a:cubicBezTo>
                  <a:cubicBezTo>
                    <a:pt x="1259840" y="3303272"/>
                    <a:pt x="1261110" y="3303272"/>
                    <a:pt x="1262380" y="3303272"/>
                  </a:cubicBezTo>
                  <a:cubicBezTo>
                    <a:pt x="1267460" y="3304542"/>
                    <a:pt x="1272540" y="3305812"/>
                    <a:pt x="1277620" y="3308352"/>
                  </a:cubicBezTo>
                  <a:cubicBezTo>
                    <a:pt x="1280160" y="3309622"/>
                    <a:pt x="1282700" y="3312162"/>
                    <a:pt x="1286510" y="3314702"/>
                  </a:cubicBezTo>
                  <a:cubicBezTo>
                    <a:pt x="1287780" y="3314702"/>
                    <a:pt x="1287780" y="3315972"/>
                    <a:pt x="1289050" y="3315972"/>
                  </a:cubicBezTo>
                  <a:cubicBezTo>
                    <a:pt x="1297940" y="3315972"/>
                    <a:pt x="1300480" y="3322322"/>
                    <a:pt x="1305560" y="3327402"/>
                  </a:cubicBezTo>
                  <a:cubicBezTo>
                    <a:pt x="1313180" y="3333752"/>
                    <a:pt x="1322070" y="3340102"/>
                    <a:pt x="1328420" y="3347722"/>
                  </a:cubicBezTo>
                  <a:cubicBezTo>
                    <a:pt x="1332230" y="3352802"/>
                    <a:pt x="1338580" y="3355342"/>
                    <a:pt x="1342390" y="3357882"/>
                  </a:cubicBezTo>
                  <a:lnTo>
                    <a:pt x="1350010" y="3361692"/>
                  </a:lnTo>
                  <a:cubicBezTo>
                    <a:pt x="1352550" y="3364232"/>
                    <a:pt x="1355090" y="3366772"/>
                    <a:pt x="1358900" y="3369312"/>
                  </a:cubicBezTo>
                  <a:cubicBezTo>
                    <a:pt x="1362710" y="3370582"/>
                    <a:pt x="1363980" y="3375662"/>
                    <a:pt x="1369060" y="3374392"/>
                  </a:cubicBezTo>
                  <a:cubicBezTo>
                    <a:pt x="1371600" y="3374392"/>
                    <a:pt x="1374140" y="3375662"/>
                    <a:pt x="1376680" y="3376932"/>
                  </a:cubicBezTo>
                  <a:cubicBezTo>
                    <a:pt x="1380490" y="3379472"/>
                    <a:pt x="1381760" y="3382012"/>
                    <a:pt x="1386840" y="3382012"/>
                  </a:cubicBezTo>
                  <a:cubicBezTo>
                    <a:pt x="1389380" y="3382012"/>
                    <a:pt x="1391920" y="3384552"/>
                    <a:pt x="1393190" y="3385822"/>
                  </a:cubicBezTo>
                  <a:cubicBezTo>
                    <a:pt x="1399540" y="3388362"/>
                    <a:pt x="1405890" y="3388362"/>
                    <a:pt x="1409700" y="3380742"/>
                  </a:cubicBezTo>
                  <a:lnTo>
                    <a:pt x="1410970" y="3379472"/>
                  </a:lnTo>
                  <a:cubicBezTo>
                    <a:pt x="1416050" y="3382012"/>
                    <a:pt x="1416050" y="3376932"/>
                    <a:pt x="1417320" y="3374392"/>
                  </a:cubicBezTo>
                  <a:cubicBezTo>
                    <a:pt x="1418590" y="3373122"/>
                    <a:pt x="1421130" y="3371852"/>
                    <a:pt x="1422400" y="3370582"/>
                  </a:cubicBezTo>
                  <a:cubicBezTo>
                    <a:pt x="1424940" y="3368042"/>
                    <a:pt x="1427480" y="3366772"/>
                    <a:pt x="1431290" y="3364232"/>
                  </a:cubicBezTo>
                  <a:cubicBezTo>
                    <a:pt x="1432560" y="3362962"/>
                    <a:pt x="1435100" y="3361692"/>
                    <a:pt x="1436370" y="3361692"/>
                  </a:cubicBezTo>
                  <a:cubicBezTo>
                    <a:pt x="1442720" y="3361692"/>
                    <a:pt x="1446530" y="3359152"/>
                    <a:pt x="1451610" y="3354072"/>
                  </a:cubicBezTo>
                  <a:cubicBezTo>
                    <a:pt x="1455420" y="3350262"/>
                    <a:pt x="1461770" y="3347722"/>
                    <a:pt x="1466850" y="3345182"/>
                  </a:cubicBezTo>
                  <a:cubicBezTo>
                    <a:pt x="1471930" y="3342642"/>
                    <a:pt x="1477010" y="3340102"/>
                    <a:pt x="1483360" y="3338832"/>
                  </a:cubicBezTo>
                  <a:cubicBezTo>
                    <a:pt x="1487170" y="3337562"/>
                    <a:pt x="1490980" y="3337562"/>
                    <a:pt x="1494790" y="3337562"/>
                  </a:cubicBezTo>
                  <a:lnTo>
                    <a:pt x="1497330" y="3337562"/>
                  </a:lnTo>
                  <a:cubicBezTo>
                    <a:pt x="1502410" y="3335021"/>
                    <a:pt x="1507490" y="3331212"/>
                    <a:pt x="1513840" y="3328671"/>
                  </a:cubicBezTo>
                  <a:lnTo>
                    <a:pt x="1517650" y="3328671"/>
                  </a:lnTo>
                  <a:cubicBezTo>
                    <a:pt x="1524000" y="3331212"/>
                    <a:pt x="1530350" y="3331212"/>
                    <a:pt x="1536700" y="3326131"/>
                  </a:cubicBezTo>
                  <a:cubicBezTo>
                    <a:pt x="1537970" y="3324861"/>
                    <a:pt x="1540510" y="3323591"/>
                    <a:pt x="1541780" y="3322321"/>
                  </a:cubicBezTo>
                  <a:cubicBezTo>
                    <a:pt x="1548130" y="3324862"/>
                    <a:pt x="1554480" y="3329942"/>
                    <a:pt x="1562100" y="3329942"/>
                  </a:cubicBezTo>
                  <a:cubicBezTo>
                    <a:pt x="1564640" y="3329942"/>
                    <a:pt x="1568450" y="3328671"/>
                    <a:pt x="1570990" y="3327401"/>
                  </a:cubicBezTo>
                  <a:cubicBezTo>
                    <a:pt x="1576070" y="3327401"/>
                    <a:pt x="1581150" y="3327401"/>
                    <a:pt x="1584960" y="3326131"/>
                  </a:cubicBezTo>
                  <a:cubicBezTo>
                    <a:pt x="1590040" y="3324861"/>
                    <a:pt x="1596390" y="3326131"/>
                    <a:pt x="1601470" y="3323591"/>
                  </a:cubicBezTo>
                  <a:cubicBezTo>
                    <a:pt x="1604010" y="3317241"/>
                    <a:pt x="1605280" y="3317241"/>
                    <a:pt x="1611630" y="3318511"/>
                  </a:cubicBezTo>
                  <a:cubicBezTo>
                    <a:pt x="1619250" y="3319781"/>
                    <a:pt x="1624330" y="3318511"/>
                    <a:pt x="1629410" y="3312161"/>
                  </a:cubicBezTo>
                  <a:cubicBezTo>
                    <a:pt x="1631950" y="3308351"/>
                    <a:pt x="1638300" y="3308351"/>
                    <a:pt x="1642110" y="3305811"/>
                  </a:cubicBezTo>
                  <a:cubicBezTo>
                    <a:pt x="1643380" y="3305811"/>
                    <a:pt x="1644650" y="3304541"/>
                    <a:pt x="1645920" y="3304541"/>
                  </a:cubicBezTo>
                  <a:cubicBezTo>
                    <a:pt x="1648460" y="3303271"/>
                    <a:pt x="1649730" y="3303271"/>
                    <a:pt x="1652270" y="3302001"/>
                  </a:cubicBezTo>
                  <a:cubicBezTo>
                    <a:pt x="1658620" y="3299461"/>
                    <a:pt x="1664970" y="3298191"/>
                    <a:pt x="1671320" y="3294381"/>
                  </a:cubicBezTo>
                  <a:cubicBezTo>
                    <a:pt x="1677670" y="3290571"/>
                    <a:pt x="1682750" y="3288031"/>
                    <a:pt x="1689100" y="3293111"/>
                  </a:cubicBezTo>
                  <a:lnTo>
                    <a:pt x="1691640" y="3293111"/>
                  </a:lnTo>
                  <a:cubicBezTo>
                    <a:pt x="1694180" y="3291841"/>
                    <a:pt x="1695450" y="3291841"/>
                    <a:pt x="1697990" y="3290571"/>
                  </a:cubicBezTo>
                  <a:cubicBezTo>
                    <a:pt x="1697990" y="3286761"/>
                    <a:pt x="1697990" y="3281681"/>
                    <a:pt x="1703070" y="3277871"/>
                  </a:cubicBezTo>
                  <a:cubicBezTo>
                    <a:pt x="1704340" y="3276601"/>
                    <a:pt x="1704340" y="3274061"/>
                    <a:pt x="1706880" y="3272791"/>
                  </a:cubicBezTo>
                  <a:cubicBezTo>
                    <a:pt x="1709420" y="3270251"/>
                    <a:pt x="1713230" y="3270251"/>
                    <a:pt x="1715770" y="3271521"/>
                  </a:cubicBezTo>
                  <a:cubicBezTo>
                    <a:pt x="1717040" y="3272791"/>
                    <a:pt x="1719580" y="3271521"/>
                    <a:pt x="1720849" y="3271521"/>
                  </a:cubicBezTo>
                  <a:cubicBezTo>
                    <a:pt x="1728470" y="3270251"/>
                    <a:pt x="1737360" y="3270251"/>
                    <a:pt x="1744979" y="3268981"/>
                  </a:cubicBezTo>
                  <a:cubicBezTo>
                    <a:pt x="1752599" y="3267710"/>
                    <a:pt x="1760219" y="3266440"/>
                    <a:pt x="1767839" y="3263901"/>
                  </a:cubicBezTo>
                  <a:cubicBezTo>
                    <a:pt x="1772919" y="3261360"/>
                    <a:pt x="1777999" y="3262631"/>
                    <a:pt x="1783079" y="3262631"/>
                  </a:cubicBezTo>
                  <a:cubicBezTo>
                    <a:pt x="1793239" y="3263901"/>
                    <a:pt x="1802129" y="3263901"/>
                    <a:pt x="1811019" y="3258821"/>
                  </a:cubicBezTo>
                  <a:lnTo>
                    <a:pt x="1808479" y="3256281"/>
                  </a:lnTo>
                  <a:cubicBezTo>
                    <a:pt x="1811019" y="3255010"/>
                    <a:pt x="1813559" y="3255010"/>
                    <a:pt x="1817369" y="3255010"/>
                  </a:cubicBezTo>
                  <a:cubicBezTo>
                    <a:pt x="1819909" y="3258820"/>
                    <a:pt x="1823719" y="3256281"/>
                    <a:pt x="1826259" y="3253740"/>
                  </a:cubicBezTo>
                  <a:cubicBezTo>
                    <a:pt x="1830069" y="3249930"/>
                    <a:pt x="1833879" y="3251200"/>
                    <a:pt x="1838959" y="3251200"/>
                  </a:cubicBezTo>
                  <a:cubicBezTo>
                    <a:pt x="1844039" y="3252470"/>
                    <a:pt x="1850389" y="3249930"/>
                    <a:pt x="1856739" y="3248660"/>
                  </a:cubicBezTo>
                  <a:cubicBezTo>
                    <a:pt x="1858009" y="3248660"/>
                    <a:pt x="1859279" y="3246120"/>
                    <a:pt x="1859279" y="3244850"/>
                  </a:cubicBezTo>
                  <a:cubicBezTo>
                    <a:pt x="1861819" y="3244850"/>
                    <a:pt x="1864359" y="3243580"/>
                    <a:pt x="1868169" y="3243580"/>
                  </a:cubicBezTo>
                  <a:lnTo>
                    <a:pt x="1873249" y="3243580"/>
                  </a:lnTo>
                  <a:cubicBezTo>
                    <a:pt x="1878329" y="3246120"/>
                    <a:pt x="1883409" y="3246120"/>
                    <a:pt x="1888489" y="3243580"/>
                  </a:cubicBezTo>
                  <a:cubicBezTo>
                    <a:pt x="1889759" y="3242310"/>
                    <a:pt x="1892299" y="3242310"/>
                    <a:pt x="1893569" y="3242310"/>
                  </a:cubicBezTo>
                  <a:cubicBezTo>
                    <a:pt x="1897379" y="3241040"/>
                    <a:pt x="1901189" y="3242310"/>
                    <a:pt x="1903729" y="3238500"/>
                  </a:cubicBezTo>
                  <a:cubicBezTo>
                    <a:pt x="1904999" y="3237230"/>
                    <a:pt x="1907539" y="3238500"/>
                    <a:pt x="1910079" y="3237230"/>
                  </a:cubicBezTo>
                  <a:lnTo>
                    <a:pt x="1946910" y="3237230"/>
                  </a:lnTo>
                  <a:cubicBezTo>
                    <a:pt x="1951990" y="3237230"/>
                    <a:pt x="1958340" y="3238500"/>
                    <a:pt x="1963420" y="3239770"/>
                  </a:cubicBezTo>
                  <a:cubicBezTo>
                    <a:pt x="1969770" y="3241040"/>
                    <a:pt x="1974850" y="3239770"/>
                    <a:pt x="1979930" y="3238500"/>
                  </a:cubicBezTo>
                  <a:lnTo>
                    <a:pt x="1988820" y="3238500"/>
                  </a:lnTo>
                  <a:cubicBezTo>
                    <a:pt x="1992630" y="3238500"/>
                    <a:pt x="1996440" y="3239770"/>
                    <a:pt x="2000250" y="3238500"/>
                  </a:cubicBezTo>
                  <a:cubicBezTo>
                    <a:pt x="2002790" y="3238500"/>
                    <a:pt x="2004060" y="3235960"/>
                    <a:pt x="2005330" y="3233420"/>
                  </a:cubicBezTo>
                  <a:cubicBezTo>
                    <a:pt x="2007870" y="3229610"/>
                    <a:pt x="2011680" y="3228340"/>
                    <a:pt x="2016760" y="3228340"/>
                  </a:cubicBezTo>
                  <a:cubicBezTo>
                    <a:pt x="2020570" y="3228340"/>
                    <a:pt x="2024380" y="3227070"/>
                    <a:pt x="2028190" y="3225800"/>
                  </a:cubicBezTo>
                  <a:lnTo>
                    <a:pt x="2030730" y="3225800"/>
                  </a:lnTo>
                  <a:cubicBezTo>
                    <a:pt x="2035810" y="3233420"/>
                    <a:pt x="2043430" y="3228340"/>
                    <a:pt x="2049780" y="3229610"/>
                  </a:cubicBezTo>
                  <a:lnTo>
                    <a:pt x="2052320" y="3229610"/>
                  </a:lnTo>
                  <a:cubicBezTo>
                    <a:pt x="2057399" y="3232150"/>
                    <a:pt x="2063749" y="3234690"/>
                    <a:pt x="2068830" y="3235960"/>
                  </a:cubicBezTo>
                  <a:cubicBezTo>
                    <a:pt x="2075180" y="3237230"/>
                    <a:pt x="2080260" y="3243580"/>
                    <a:pt x="2085340" y="3243580"/>
                  </a:cubicBezTo>
                  <a:cubicBezTo>
                    <a:pt x="2094230" y="3243580"/>
                    <a:pt x="2101850" y="3249930"/>
                    <a:pt x="2109470" y="3251200"/>
                  </a:cubicBezTo>
                  <a:cubicBezTo>
                    <a:pt x="2115820" y="3252470"/>
                    <a:pt x="2122170" y="3255010"/>
                    <a:pt x="2128520" y="3257550"/>
                  </a:cubicBezTo>
                  <a:cubicBezTo>
                    <a:pt x="2131060" y="3258820"/>
                    <a:pt x="2134870" y="3257550"/>
                    <a:pt x="2137410" y="3257550"/>
                  </a:cubicBezTo>
                  <a:cubicBezTo>
                    <a:pt x="2145030" y="3258820"/>
                    <a:pt x="2152649" y="3258820"/>
                    <a:pt x="2160270" y="3260090"/>
                  </a:cubicBezTo>
                  <a:lnTo>
                    <a:pt x="2161540" y="3260090"/>
                  </a:lnTo>
                  <a:cubicBezTo>
                    <a:pt x="2170430" y="3258820"/>
                    <a:pt x="2179320" y="3261360"/>
                    <a:pt x="2188210" y="3261360"/>
                  </a:cubicBezTo>
                  <a:cubicBezTo>
                    <a:pt x="2189480" y="3035300"/>
                    <a:pt x="2183130" y="2809240"/>
                    <a:pt x="2175510" y="2583181"/>
                  </a:cubicBezTo>
                  <a:cubicBezTo>
                    <a:pt x="2167890" y="2368551"/>
                    <a:pt x="2160270" y="2153920"/>
                    <a:pt x="2159000" y="1939291"/>
                  </a:cubicBezTo>
                  <a:cubicBezTo>
                    <a:pt x="2159000" y="1831341"/>
                    <a:pt x="2160270" y="1724661"/>
                    <a:pt x="2162810" y="1616711"/>
                  </a:cubicBezTo>
                  <a:cubicBezTo>
                    <a:pt x="2166620" y="1508761"/>
                    <a:pt x="2174240" y="1400811"/>
                    <a:pt x="2179320" y="1292861"/>
                  </a:cubicBezTo>
                  <a:cubicBezTo>
                    <a:pt x="2194560" y="951231"/>
                    <a:pt x="2185670" y="608331"/>
                    <a:pt x="2180590" y="266701"/>
                  </a:cubicBezTo>
                  <a:cubicBezTo>
                    <a:pt x="2176780" y="265431"/>
                    <a:pt x="2174240" y="264161"/>
                    <a:pt x="2171700" y="262891"/>
                  </a:cubicBezTo>
                  <a:cubicBezTo>
                    <a:pt x="2167890" y="260351"/>
                    <a:pt x="2164080" y="259081"/>
                    <a:pt x="2159000" y="260351"/>
                  </a:cubicBezTo>
                  <a:lnTo>
                    <a:pt x="2151380" y="260351"/>
                  </a:lnTo>
                  <a:cubicBezTo>
                    <a:pt x="2147570" y="260351"/>
                    <a:pt x="2142490" y="260351"/>
                    <a:pt x="2139950" y="265431"/>
                  </a:cubicBezTo>
                  <a:cubicBezTo>
                    <a:pt x="2139950" y="265431"/>
                    <a:pt x="2138680" y="266701"/>
                    <a:pt x="2137410" y="266701"/>
                  </a:cubicBezTo>
                  <a:lnTo>
                    <a:pt x="2132330" y="266701"/>
                  </a:lnTo>
                  <a:cubicBezTo>
                    <a:pt x="2131060" y="264161"/>
                    <a:pt x="2133600" y="259081"/>
                    <a:pt x="2127250" y="260351"/>
                  </a:cubicBezTo>
                  <a:cubicBezTo>
                    <a:pt x="2124710" y="260351"/>
                    <a:pt x="2120900" y="261621"/>
                    <a:pt x="2118360" y="261621"/>
                  </a:cubicBezTo>
                  <a:lnTo>
                    <a:pt x="2099310" y="261621"/>
                  </a:lnTo>
                  <a:cubicBezTo>
                    <a:pt x="2098040" y="259081"/>
                    <a:pt x="2096770" y="256541"/>
                    <a:pt x="2094230" y="252731"/>
                  </a:cubicBezTo>
                  <a:cubicBezTo>
                    <a:pt x="2092960" y="250191"/>
                    <a:pt x="2091690" y="248921"/>
                    <a:pt x="2087880" y="251461"/>
                  </a:cubicBezTo>
                  <a:cubicBezTo>
                    <a:pt x="2085340" y="252731"/>
                    <a:pt x="2084070" y="252731"/>
                    <a:pt x="2082800" y="250191"/>
                  </a:cubicBezTo>
                  <a:cubicBezTo>
                    <a:pt x="2078990" y="243841"/>
                    <a:pt x="2075180" y="238761"/>
                    <a:pt x="2067560" y="237491"/>
                  </a:cubicBezTo>
                  <a:cubicBezTo>
                    <a:pt x="2066290" y="237491"/>
                    <a:pt x="2065020" y="234950"/>
                    <a:pt x="2063750" y="233681"/>
                  </a:cubicBezTo>
                  <a:cubicBezTo>
                    <a:pt x="2061210" y="231141"/>
                    <a:pt x="2059940" y="228601"/>
                    <a:pt x="2056130" y="228601"/>
                  </a:cubicBezTo>
                  <a:cubicBezTo>
                    <a:pt x="2054860" y="228601"/>
                    <a:pt x="2052320" y="226061"/>
                    <a:pt x="2052320" y="224791"/>
                  </a:cubicBezTo>
                  <a:cubicBezTo>
                    <a:pt x="2051050" y="219711"/>
                    <a:pt x="2051050" y="215901"/>
                    <a:pt x="2051050" y="210821"/>
                  </a:cubicBezTo>
                  <a:cubicBezTo>
                    <a:pt x="2049780" y="205741"/>
                    <a:pt x="2047240" y="200661"/>
                    <a:pt x="2043430" y="198121"/>
                  </a:cubicBezTo>
                  <a:cubicBezTo>
                    <a:pt x="2037080" y="194311"/>
                    <a:pt x="2032000" y="189231"/>
                    <a:pt x="2025650" y="185421"/>
                  </a:cubicBezTo>
                  <a:cubicBezTo>
                    <a:pt x="2024380" y="184151"/>
                    <a:pt x="2021840" y="182881"/>
                    <a:pt x="2019300" y="182881"/>
                  </a:cubicBezTo>
                  <a:cubicBezTo>
                    <a:pt x="2015490" y="181611"/>
                    <a:pt x="2011680" y="180341"/>
                    <a:pt x="2007870" y="180341"/>
                  </a:cubicBezTo>
                  <a:cubicBezTo>
                    <a:pt x="2004060" y="180341"/>
                    <a:pt x="1998980" y="180341"/>
                    <a:pt x="1995170" y="182881"/>
                  </a:cubicBezTo>
                  <a:cubicBezTo>
                    <a:pt x="1987550" y="186691"/>
                    <a:pt x="1981200" y="181611"/>
                    <a:pt x="1974850" y="181611"/>
                  </a:cubicBezTo>
                  <a:cubicBezTo>
                    <a:pt x="1968500" y="180341"/>
                    <a:pt x="1962150" y="177801"/>
                    <a:pt x="1957070" y="176531"/>
                  </a:cubicBezTo>
                  <a:lnTo>
                    <a:pt x="1940560" y="176531"/>
                  </a:lnTo>
                  <a:cubicBezTo>
                    <a:pt x="1926590" y="179071"/>
                    <a:pt x="1915160" y="171451"/>
                    <a:pt x="1901190" y="170181"/>
                  </a:cubicBezTo>
                  <a:cubicBezTo>
                    <a:pt x="1897380" y="170181"/>
                    <a:pt x="1893570" y="166371"/>
                    <a:pt x="1889760" y="163831"/>
                  </a:cubicBezTo>
                  <a:cubicBezTo>
                    <a:pt x="1887220" y="161291"/>
                    <a:pt x="1884680" y="161291"/>
                    <a:pt x="1880870" y="162561"/>
                  </a:cubicBezTo>
                  <a:cubicBezTo>
                    <a:pt x="1875790" y="163831"/>
                    <a:pt x="1870710" y="162561"/>
                    <a:pt x="1865630" y="163831"/>
                  </a:cubicBezTo>
                  <a:cubicBezTo>
                    <a:pt x="1858010" y="166371"/>
                    <a:pt x="1851660" y="160021"/>
                    <a:pt x="1844040" y="160021"/>
                  </a:cubicBezTo>
                  <a:cubicBezTo>
                    <a:pt x="1837690" y="161291"/>
                    <a:pt x="1831340" y="161291"/>
                    <a:pt x="1824990" y="162561"/>
                  </a:cubicBezTo>
                  <a:lnTo>
                    <a:pt x="1809750" y="166371"/>
                  </a:lnTo>
                  <a:cubicBezTo>
                    <a:pt x="1799590" y="171451"/>
                    <a:pt x="1791970" y="165101"/>
                    <a:pt x="1783080" y="162561"/>
                  </a:cubicBezTo>
                  <a:cubicBezTo>
                    <a:pt x="1776730" y="161291"/>
                    <a:pt x="1772920" y="158751"/>
                    <a:pt x="1767840" y="154941"/>
                  </a:cubicBezTo>
                  <a:cubicBezTo>
                    <a:pt x="1762760" y="151131"/>
                    <a:pt x="1757680" y="154941"/>
                    <a:pt x="1753870" y="154941"/>
                  </a:cubicBezTo>
                  <a:cubicBezTo>
                    <a:pt x="1750060" y="154941"/>
                    <a:pt x="1747520" y="158751"/>
                    <a:pt x="1744980" y="160021"/>
                  </a:cubicBezTo>
                  <a:cubicBezTo>
                    <a:pt x="1741170" y="161291"/>
                    <a:pt x="1737360" y="161291"/>
                    <a:pt x="1733550" y="161291"/>
                  </a:cubicBezTo>
                  <a:cubicBezTo>
                    <a:pt x="1729740" y="161291"/>
                    <a:pt x="1724660" y="160021"/>
                    <a:pt x="1720850" y="161291"/>
                  </a:cubicBezTo>
                  <a:cubicBezTo>
                    <a:pt x="1714500" y="163831"/>
                    <a:pt x="1709420" y="167641"/>
                    <a:pt x="1704340" y="170181"/>
                  </a:cubicBezTo>
                  <a:cubicBezTo>
                    <a:pt x="1703070" y="171451"/>
                    <a:pt x="1701800" y="172721"/>
                    <a:pt x="1700530" y="172721"/>
                  </a:cubicBezTo>
                  <a:cubicBezTo>
                    <a:pt x="1691640" y="177801"/>
                    <a:pt x="1681480" y="179071"/>
                    <a:pt x="1670050" y="179071"/>
                  </a:cubicBezTo>
                  <a:cubicBezTo>
                    <a:pt x="1663700" y="179071"/>
                    <a:pt x="1657350" y="179071"/>
                    <a:pt x="1651000" y="177801"/>
                  </a:cubicBezTo>
                  <a:cubicBezTo>
                    <a:pt x="1647190" y="177801"/>
                    <a:pt x="1644650" y="173991"/>
                    <a:pt x="1642110" y="173991"/>
                  </a:cubicBezTo>
                  <a:cubicBezTo>
                    <a:pt x="1633220" y="172720"/>
                    <a:pt x="1625600" y="172720"/>
                    <a:pt x="1616710" y="172720"/>
                  </a:cubicBezTo>
                  <a:cubicBezTo>
                    <a:pt x="1615440" y="172720"/>
                    <a:pt x="1614170" y="173991"/>
                    <a:pt x="1612900" y="173991"/>
                  </a:cubicBezTo>
                  <a:cubicBezTo>
                    <a:pt x="1607820" y="176530"/>
                    <a:pt x="1602740" y="180341"/>
                    <a:pt x="1597660" y="182880"/>
                  </a:cubicBezTo>
                  <a:cubicBezTo>
                    <a:pt x="1588770" y="185420"/>
                    <a:pt x="1579880" y="187960"/>
                    <a:pt x="1570990" y="189230"/>
                  </a:cubicBezTo>
                  <a:lnTo>
                    <a:pt x="1567180" y="189230"/>
                  </a:lnTo>
                  <a:cubicBezTo>
                    <a:pt x="1559560" y="185420"/>
                    <a:pt x="1553210" y="189230"/>
                    <a:pt x="1545590" y="190501"/>
                  </a:cubicBezTo>
                  <a:cubicBezTo>
                    <a:pt x="1537970" y="193041"/>
                    <a:pt x="1530350" y="196851"/>
                    <a:pt x="1522730" y="199391"/>
                  </a:cubicBezTo>
                  <a:cubicBezTo>
                    <a:pt x="1520190" y="200661"/>
                    <a:pt x="1517650" y="199391"/>
                    <a:pt x="1515110" y="198120"/>
                  </a:cubicBezTo>
                  <a:cubicBezTo>
                    <a:pt x="1511300" y="196850"/>
                    <a:pt x="1508760" y="196850"/>
                    <a:pt x="1506220" y="199391"/>
                  </a:cubicBezTo>
                  <a:cubicBezTo>
                    <a:pt x="1504950" y="200661"/>
                    <a:pt x="1503680" y="200661"/>
                    <a:pt x="1502410" y="200661"/>
                  </a:cubicBezTo>
                  <a:cubicBezTo>
                    <a:pt x="1498600" y="201931"/>
                    <a:pt x="1494790" y="201931"/>
                    <a:pt x="1492250" y="203201"/>
                  </a:cubicBezTo>
                  <a:cubicBezTo>
                    <a:pt x="1487170" y="207011"/>
                    <a:pt x="1482090" y="205741"/>
                    <a:pt x="1477010" y="208281"/>
                  </a:cubicBezTo>
                  <a:cubicBezTo>
                    <a:pt x="1471930" y="210821"/>
                    <a:pt x="1466850" y="210821"/>
                    <a:pt x="1463040" y="214631"/>
                  </a:cubicBezTo>
                  <a:cubicBezTo>
                    <a:pt x="1461770" y="215901"/>
                    <a:pt x="1459230" y="215901"/>
                    <a:pt x="1456690" y="215901"/>
                  </a:cubicBezTo>
                  <a:cubicBezTo>
                    <a:pt x="1450340" y="217171"/>
                    <a:pt x="1445260" y="220981"/>
                    <a:pt x="1441450" y="226061"/>
                  </a:cubicBezTo>
                  <a:cubicBezTo>
                    <a:pt x="1436370" y="231141"/>
                    <a:pt x="1431290" y="234951"/>
                    <a:pt x="1426210" y="238761"/>
                  </a:cubicBezTo>
                  <a:cubicBezTo>
                    <a:pt x="1424940" y="240031"/>
                    <a:pt x="1421130" y="240031"/>
                    <a:pt x="1419860" y="240031"/>
                  </a:cubicBezTo>
                  <a:cubicBezTo>
                    <a:pt x="1414780" y="240031"/>
                    <a:pt x="1409700" y="238761"/>
                    <a:pt x="1405890" y="237491"/>
                  </a:cubicBezTo>
                  <a:cubicBezTo>
                    <a:pt x="1403350" y="237491"/>
                    <a:pt x="1402080" y="236220"/>
                    <a:pt x="1399540" y="236220"/>
                  </a:cubicBezTo>
                  <a:cubicBezTo>
                    <a:pt x="1391920" y="240030"/>
                    <a:pt x="1383030" y="237491"/>
                    <a:pt x="1375410" y="237491"/>
                  </a:cubicBezTo>
                  <a:cubicBezTo>
                    <a:pt x="1374140" y="237491"/>
                    <a:pt x="1371600" y="236220"/>
                    <a:pt x="1370330" y="234950"/>
                  </a:cubicBezTo>
                  <a:cubicBezTo>
                    <a:pt x="1365250" y="231141"/>
                    <a:pt x="1360170" y="231141"/>
                    <a:pt x="1355090" y="233680"/>
                  </a:cubicBezTo>
                  <a:cubicBezTo>
                    <a:pt x="1351280" y="234950"/>
                    <a:pt x="1347470" y="234950"/>
                    <a:pt x="1344930" y="232410"/>
                  </a:cubicBezTo>
                  <a:cubicBezTo>
                    <a:pt x="1339850" y="228600"/>
                    <a:pt x="1333500" y="226060"/>
                    <a:pt x="1327150" y="224790"/>
                  </a:cubicBezTo>
                  <a:cubicBezTo>
                    <a:pt x="1322070" y="223520"/>
                    <a:pt x="1316990" y="220980"/>
                    <a:pt x="1311910" y="218440"/>
                  </a:cubicBezTo>
                  <a:cubicBezTo>
                    <a:pt x="1309370" y="217170"/>
                    <a:pt x="1306830" y="218440"/>
                    <a:pt x="1304290" y="218440"/>
                  </a:cubicBezTo>
                  <a:cubicBezTo>
                    <a:pt x="1301750" y="218440"/>
                    <a:pt x="1300480" y="219710"/>
                    <a:pt x="1297940" y="219710"/>
                  </a:cubicBezTo>
                  <a:cubicBezTo>
                    <a:pt x="1290320" y="220980"/>
                    <a:pt x="1282700" y="223520"/>
                    <a:pt x="1276350" y="222250"/>
                  </a:cubicBezTo>
                  <a:cubicBezTo>
                    <a:pt x="1267461" y="219710"/>
                    <a:pt x="1258570" y="220980"/>
                    <a:pt x="1250950" y="215900"/>
                  </a:cubicBezTo>
                  <a:cubicBezTo>
                    <a:pt x="1247140" y="213360"/>
                    <a:pt x="1245870" y="215900"/>
                    <a:pt x="1243330" y="215900"/>
                  </a:cubicBezTo>
                  <a:cubicBezTo>
                    <a:pt x="1242061" y="215900"/>
                    <a:pt x="1240791" y="215900"/>
                    <a:pt x="1238250" y="217170"/>
                  </a:cubicBezTo>
                  <a:cubicBezTo>
                    <a:pt x="1236980" y="220980"/>
                    <a:pt x="1231900" y="223520"/>
                    <a:pt x="1225550" y="220980"/>
                  </a:cubicBezTo>
                  <a:cubicBezTo>
                    <a:pt x="1221740" y="219710"/>
                    <a:pt x="1219200" y="219710"/>
                    <a:pt x="1215390" y="220980"/>
                  </a:cubicBezTo>
                  <a:cubicBezTo>
                    <a:pt x="1211580" y="222250"/>
                    <a:pt x="1207770" y="222250"/>
                    <a:pt x="1202690" y="223520"/>
                  </a:cubicBezTo>
                  <a:lnTo>
                    <a:pt x="1201420" y="223520"/>
                  </a:lnTo>
                  <a:cubicBezTo>
                    <a:pt x="1191260" y="229870"/>
                    <a:pt x="1181100" y="224791"/>
                    <a:pt x="1169670" y="224791"/>
                  </a:cubicBezTo>
                  <a:lnTo>
                    <a:pt x="1163320" y="224791"/>
                  </a:lnTo>
                  <a:cubicBezTo>
                    <a:pt x="1155700" y="226061"/>
                    <a:pt x="1151890" y="219711"/>
                    <a:pt x="1146810" y="215900"/>
                  </a:cubicBezTo>
                  <a:cubicBezTo>
                    <a:pt x="1141730" y="212090"/>
                    <a:pt x="1136650" y="207010"/>
                    <a:pt x="1131570" y="204470"/>
                  </a:cubicBezTo>
                  <a:cubicBezTo>
                    <a:pt x="1130300" y="203200"/>
                    <a:pt x="1126490" y="204470"/>
                    <a:pt x="1123950" y="204470"/>
                  </a:cubicBezTo>
                  <a:lnTo>
                    <a:pt x="1112520" y="204470"/>
                  </a:lnTo>
                  <a:lnTo>
                    <a:pt x="1111250" y="203200"/>
                  </a:lnTo>
                  <a:cubicBezTo>
                    <a:pt x="1102361" y="205741"/>
                    <a:pt x="1097280" y="200660"/>
                    <a:pt x="1090930" y="195580"/>
                  </a:cubicBezTo>
                  <a:cubicBezTo>
                    <a:pt x="1087120" y="193040"/>
                    <a:pt x="1082041" y="190500"/>
                    <a:pt x="1078230" y="189230"/>
                  </a:cubicBezTo>
                  <a:cubicBezTo>
                    <a:pt x="1073150" y="186690"/>
                    <a:pt x="1066800" y="185420"/>
                    <a:pt x="1064261" y="179070"/>
                  </a:cubicBezTo>
                  <a:cubicBezTo>
                    <a:pt x="1062991" y="176530"/>
                    <a:pt x="1060450" y="176530"/>
                    <a:pt x="1059180" y="173990"/>
                  </a:cubicBezTo>
                  <a:cubicBezTo>
                    <a:pt x="1057911" y="171450"/>
                    <a:pt x="1056641" y="168910"/>
                    <a:pt x="1056641" y="167640"/>
                  </a:cubicBezTo>
                  <a:cubicBezTo>
                    <a:pt x="1056641" y="165100"/>
                    <a:pt x="1057911" y="162560"/>
                    <a:pt x="1059180" y="160020"/>
                  </a:cubicBezTo>
                  <a:cubicBezTo>
                    <a:pt x="1060450" y="156210"/>
                    <a:pt x="1057911" y="152400"/>
                    <a:pt x="1054100" y="149860"/>
                  </a:cubicBezTo>
                  <a:cubicBezTo>
                    <a:pt x="1052830" y="148590"/>
                    <a:pt x="1050290" y="148590"/>
                    <a:pt x="1050290" y="147320"/>
                  </a:cubicBezTo>
                  <a:cubicBezTo>
                    <a:pt x="1047750" y="139700"/>
                    <a:pt x="1041400" y="137160"/>
                    <a:pt x="1036320" y="130810"/>
                  </a:cubicBezTo>
                  <a:cubicBezTo>
                    <a:pt x="1032510" y="127000"/>
                    <a:pt x="1029970" y="121920"/>
                    <a:pt x="1027430" y="116840"/>
                  </a:cubicBezTo>
                  <a:cubicBezTo>
                    <a:pt x="1024891" y="114300"/>
                    <a:pt x="1023620" y="111760"/>
                    <a:pt x="1019811" y="109220"/>
                  </a:cubicBezTo>
                  <a:cubicBezTo>
                    <a:pt x="1010921" y="105410"/>
                    <a:pt x="1002030" y="101600"/>
                    <a:pt x="993141" y="96520"/>
                  </a:cubicBezTo>
                  <a:cubicBezTo>
                    <a:pt x="993141" y="106680"/>
                    <a:pt x="990601" y="104140"/>
                    <a:pt x="989330" y="101600"/>
                  </a:cubicBezTo>
                  <a:cubicBezTo>
                    <a:pt x="989330" y="97790"/>
                    <a:pt x="986791" y="96520"/>
                    <a:pt x="982980" y="96520"/>
                  </a:cubicBezTo>
                  <a:cubicBezTo>
                    <a:pt x="982980" y="96520"/>
                    <a:pt x="981711" y="96520"/>
                    <a:pt x="981711" y="95250"/>
                  </a:cubicBezTo>
                  <a:cubicBezTo>
                    <a:pt x="980441" y="87630"/>
                    <a:pt x="974091" y="90170"/>
                    <a:pt x="970280" y="88900"/>
                  </a:cubicBezTo>
                  <a:cubicBezTo>
                    <a:pt x="967741" y="87630"/>
                    <a:pt x="965200" y="86360"/>
                    <a:pt x="962661" y="87630"/>
                  </a:cubicBezTo>
                  <a:cubicBezTo>
                    <a:pt x="957580" y="88900"/>
                    <a:pt x="953771" y="85090"/>
                    <a:pt x="948691" y="83820"/>
                  </a:cubicBezTo>
                  <a:cubicBezTo>
                    <a:pt x="947421" y="83820"/>
                    <a:pt x="946151" y="83820"/>
                    <a:pt x="944880" y="85090"/>
                  </a:cubicBezTo>
                  <a:cubicBezTo>
                    <a:pt x="942341" y="87630"/>
                    <a:pt x="939800" y="87630"/>
                    <a:pt x="935991" y="85090"/>
                  </a:cubicBezTo>
                  <a:cubicBezTo>
                    <a:pt x="930911" y="81280"/>
                    <a:pt x="925830" y="81280"/>
                    <a:pt x="919480" y="83820"/>
                  </a:cubicBezTo>
                  <a:cubicBezTo>
                    <a:pt x="916941" y="85090"/>
                    <a:pt x="914400" y="85090"/>
                    <a:pt x="911861" y="83820"/>
                  </a:cubicBezTo>
                  <a:cubicBezTo>
                    <a:pt x="906780" y="81280"/>
                    <a:pt x="901700" y="77470"/>
                    <a:pt x="895350" y="74930"/>
                  </a:cubicBezTo>
                  <a:cubicBezTo>
                    <a:pt x="894080" y="74930"/>
                    <a:pt x="892811" y="73660"/>
                    <a:pt x="891540" y="73660"/>
                  </a:cubicBezTo>
                  <a:cubicBezTo>
                    <a:pt x="883920" y="74930"/>
                    <a:pt x="877570" y="72390"/>
                    <a:pt x="869950" y="74930"/>
                  </a:cubicBezTo>
                  <a:cubicBezTo>
                    <a:pt x="866140" y="76200"/>
                    <a:pt x="861061" y="76200"/>
                    <a:pt x="858520" y="81280"/>
                  </a:cubicBezTo>
                  <a:cubicBezTo>
                    <a:pt x="857250" y="82550"/>
                    <a:pt x="853440" y="82550"/>
                    <a:pt x="850900" y="83820"/>
                  </a:cubicBezTo>
                  <a:cubicBezTo>
                    <a:pt x="844550" y="85090"/>
                    <a:pt x="838200" y="86360"/>
                    <a:pt x="831850" y="83820"/>
                  </a:cubicBezTo>
                  <a:cubicBezTo>
                    <a:pt x="826770" y="81280"/>
                    <a:pt x="820420" y="82550"/>
                    <a:pt x="815340" y="81280"/>
                  </a:cubicBezTo>
                  <a:cubicBezTo>
                    <a:pt x="811530" y="80010"/>
                    <a:pt x="808990" y="77470"/>
                    <a:pt x="806450" y="76200"/>
                  </a:cubicBezTo>
                  <a:cubicBezTo>
                    <a:pt x="805180" y="74930"/>
                    <a:pt x="803910" y="73660"/>
                    <a:pt x="802640" y="73660"/>
                  </a:cubicBezTo>
                  <a:cubicBezTo>
                    <a:pt x="795020" y="71120"/>
                    <a:pt x="788670" y="66040"/>
                    <a:pt x="784860" y="59690"/>
                  </a:cubicBezTo>
                  <a:cubicBezTo>
                    <a:pt x="782320" y="55880"/>
                    <a:pt x="778510" y="52070"/>
                    <a:pt x="775970" y="48260"/>
                  </a:cubicBezTo>
                  <a:cubicBezTo>
                    <a:pt x="767080" y="45720"/>
                    <a:pt x="768350" y="35560"/>
                    <a:pt x="763270" y="30480"/>
                  </a:cubicBezTo>
                  <a:cubicBezTo>
                    <a:pt x="759460" y="25400"/>
                    <a:pt x="755650" y="22860"/>
                    <a:pt x="749300" y="21590"/>
                  </a:cubicBezTo>
                  <a:lnTo>
                    <a:pt x="748030" y="21590"/>
                  </a:lnTo>
                  <a:cubicBezTo>
                    <a:pt x="741680" y="16510"/>
                    <a:pt x="735330" y="20320"/>
                    <a:pt x="727710" y="20320"/>
                  </a:cubicBezTo>
                  <a:cubicBezTo>
                    <a:pt x="725170" y="20320"/>
                    <a:pt x="721360" y="17780"/>
                    <a:pt x="718820" y="16510"/>
                  </a:cubicBezTo>
                  <a:cubicBezTo>
                    <a:pt x="717550" y="13970"/>
                    <a:pt x="716280" y="12700"/>
                    <a:pt x="715010" y="12700"/>
                  </a:cubicBezTo>
                  <a:cubicBezTo>
                    <a:pt x="707390" y="11430"/>
                    <a:pt x="701040" y="6350"/>
                    <a:pt x="694690" y="0"/>
                  </a:cubicBezTo>
                  <a:cubicBezTo>
                    <a:pt x="692150" y="1270"/>
                    <a:pt x="689610" y="2540"/>
                    <a:pt x="687070" y="2540"/>
                  </a:cubicBezTo>
                  <a:cubicBezTo>
                    <a:pt x="684530" y="3810"/>
                    <a:pt x="680720" y="3810"/>
                    <a:pt x="676910" y="3810"/>
                  </a:cubicBezTo>
                  <a:cubicBezTo>
                    <a:pt x="671830" y="2540"/>
                    <a:pt x="666750" y="3810"/>
                    <a:pt x="661670" y="7620"/>
                  </a:cubicBezTo>
                  <a:cubicBezTo>
                    <a:pt x="659130" y="8890"/>
                    <a:pt x="657860" y="10160"/>
                    <a:pt x="655320" y="11430"/>
                  </a:cubicBezTo>
                  <a:cubicBezTo>
                    <a:pt x="652780" y="12700"/>
                    <a:pt x="651510" y="15240"/>
                    <a:pt x="648970" y="16510"/>
                  </a:cubicBezTo>
                  <a:cubicBezTo>
                    <a:pt x="647700" y="17780"/>
                    <a:pt x="645160" y="17780"/>
                    <a:pt x="643890" y="19050"/>
                  </a:cubicBezTo>
                  <a:lnTo>
                    <a:pt x="636270" y="22860"/>
                  </a:lnTo>
                  <a:cubicBezTo>
                    <a:pt x="636270" y="22860"/>
                    <a:pt x="635000" y="24130"/>
                    <a:pt x="635000" y="22860"/>
                  </a:cubicBezTo>
                  <a:cubicBezTo>
                    <a:pt x="629920" y="20320"/>
                    <a:pt x="626110" y="25400"/>
                    <a:pt x="622300" y="27940"/>
                  </a:cubicBezTo>
                  <a:cubicBezTo>
                    <a:pt x="618490" y="30480"/>
                    <a:pt x="613410" y="30480"/>
                    <a:pt x="609600" y="33020"/>
                  </a:cubicBezTo>
                  <a:lnTo>
                    <a:pt x="608330" y="33020"/>
                  </a:lnTo>
                  <a:cubicBezTo>
                    <a:pt x="601980" y="34290"/>
                    <a:pt x="595630" y="36830"/>
                    <a:pt x="589280" y="38100"/>
                  </a:cubicBezTo>
                  <a:cubicBezTo>
                    <a:pt x="586740" y="38100"/>
                    <a:pt x="585470" y="39370"/>
                    <a:pt x="582930" y="40640"/>
                  </a:cubicBezTo>
                  <a:cubicBezTo>
                    <a:pt x="579120" y="41910"/>
                    <a:pt x="575310" y="44450"/>
                    <a:pt x="571500" y="45720"/>
                  </a:cubicBezTo>
                  <a:cubicBezTo>
                    <a:pt x="568960" y="46990"/>
                    <a:pt x="565150" y="48260"/>
                    <a:pt x="562610" y="49530"/>
                  </a:cubicBezTo>
                  <a:lnTo>
                    <a:pt x="558800" y="49530"/>
                  </a:lnTo>
                  <a:cubicBezTo>
                    <a:pt x="558800" y="49530"/>
                    <a:pt x="556260" y="49530"/>
                    <a:pt x="554990" y="52070"/>
                  </a:cubicBezTo>
                  <a:cubicBezTo>
                    <a:pt x="549910" y="49530"/>
                    <a:pt x="543560" y="48260"/>
                    <a:pt x="538480" y="45720"/>
                  </a:cubicBezTo>
                  <a:cubicBezTo>
                    <a:pt x="534670" y="44450"/>
                    <a:pt x="525780" y="46990"/>
                    <a:pt x="523240" y="50800"/>
                  </a:cubicBezTo>
                  <a:cubicBezTo>
                    <a:pt x="521970" y="52070"/>
                    <a:pt x="520700" y="53340"/>
                    <a:pt x="519430" y="53340"/>
                  </a:cubicBezTo>
                  <a:cubicBezTo>
                    <a:pt x="518160" y="53340"/>
                    <a:pt x="515620" y="52070"/>
                    <a:pt x="514350" y="52070"/>
                  </a:cubicBezTo>
                  <a:cubicBezTo>
                    <a:pt x="513080" y="52070"/>
                    <a:pt x="511810" y="53340"/>
                    <a:pt x="509270" y="53340"/>
                  </a:cubicBezTo>
                  <a:cubicBezTo>
                    <a:pt x="509270" y="54610"/>
                    <a:pt x="510540" y="55880"/>
                    <a:pt x="510540" y="57150"/>
                  </a:cubicBezTo>
                  <a:cubicBezTo>
                    <a:pt x="506730" y="58420"/>
                    <a:pt x="500380" y="68580"/>
                    <a:pt x="500380" y="73660"/>
                  </a:cubicBezTo>
                  <a:cubicBezTo>
                    <a:pt x="494030" y="76200"/>
                    <a:pt x="486410" y="77470"/>
                    <a:pt x="483870" y="85090"/>
                  </a:cubicBezTo>
                  <a:cubicBezTo>
                    <a:pt x="483870" y="86360"/>
                    <a:pt x="482600" y="86360"/>
                    <a:pt x="482600" y="87630"/>
                  </a:cubicBezTo>
                  <a:cubicBezTo>
                    <a:pt x="474980" y="88900"/>
                    <a:pt x="473710" y="96520"/>
                    <a:pt x="469900" y="102870"/>
                  </a:cubicBezTo>
                  <a:lnTo>
                    <a:pt x="469900" y="105410"/>
                  </a:lnTo>
                  <a:cubicBezTo>
                    <a:pt x="468630" y="105410"/>
                    <a:pt x="467360" y="106680"/>
                    <a:pt x="466090" y="106680"/>
                  </a:cubicBezTo>
                  <a:cubicBezTo>
                    <a:pt x="461010" y="109220"/>
                    <a:pt x="458470" y="113030"/>
                    <a:pt x="457200" y="119380"/>
                  </a:cubicBezTo>
                  <a:cubicBezTo>
                    <a:pt x="455930" y="125730"/>
                    <a:pt x="455930" y="130810"/>
                    <a:pt x="454660" y="137160"/>
                  </a:cubicBezTo>
                  <a:cubicBezTo>
                    <a:pt x="452120" y="135890"/>
                    <a:pt x="448310" y="138430"/>
                    <a:pt x="447040" y="134620"/>
                  </a:cubicBezTo>
                  <a:lnTo>
                    <a:pt x="444500" y="134620"/>
                  </a:lnTo>
                  <a:cubicBezTo>
                    <a:pt x="440690" y="139700"/>
                    <a:pt x="436880" y="144780"/>
                    <a:pt x="433070" y="148590"/>
                  </a:cubicBezTo>
                  <a:cubicBezTo>
                    <a:pt x="429260" y="151130"/>
                    <a:pt x="425450" y="152400"/>
                    <a:pt x="420370" y="154940"/>
                  </a:cubicBezTo>
                  <a:lnTo>
                    <a:pt x="420370" y="157480"/>
                  </a:lnTo>
                  <a:cubicBezTo>
                    <a:pt x="415290" y="156210"/>
                    <a:pt x="411480" y="154940"/>
                    <a:pt x="407670" y="152400"/>
                  </a:cubicBezTo>
                  <a:cubicBezTo>
                    <a:pt x="406400" y="152400"/>
                    <a:pt x="405130" y="151130"/>
                    <a:pt x="405130" y="151130"/>
                  </a:cubicBezTo>
                  <a:cubicBezTo>
                    <a:pt x="403860" y="151130"/>
                    <a:pt x="403860" y="149860"/>
                    <a:pt x="403860" y="149860"/>
                  </a:cubicBezTo>
                  <a:cubicBezTo>
                    <a:pt x="402590" y="149860"/>
                    <a:pt x="402590" y="151130"/>
                    <a:pt x="402590" y="152400"/>
                  </a:cubicBezTo>
                  <a:cubicBezTo>
                    <a:pt x="402590" y="157480"/>
                    <a:pt x="400050" y="156210"/>
                    <a:pt x="397510" y="154940"/>
                  </a:cubicBezTo>
                  <a:cubicBezTo>
                    <a:pt x="394970" y="153670"/>
                    <a:pt x="392430" y="153670"/>
                    <a:pt x="391160" y="157480"/>
                  </a:cubicBezTo>
                  <a:cubicBezTo>
                    <a:pt x="391160" y="158750"/>
                    <a:pt x="389890" y="160020"/>
                    <a:pt x="388620" y="160020"/>
                  </a:cubicBezTo>
                  <a:cubicBezTo>
                    <a:pt x="384810" y="161290"/>
                    <a:pt x="381000" y="162560"/>
                    <a:pt x="379730" y="166370"/>
                  </a:cubicBezTo>
                  <a:cubicBezTo>
                    <a:pt x="378460" y="168910"/>
                    <a:pt x="377190" y="170180"/>
                    <a:pt x="374650" y="172720"/>
                  </a:cubicBezTo>
                  <a:lnTo>
                    <a:pt x="355600" y="172720"/>
                  </a:lnTo>
                  <a:cubicBezTo>
                    <a:pt x="353060" y="172720"/>
                    <a:pt x="350520" y="172720"/>
                    <a:pt x="347980" y="173990"/>
                  </a:cubicBezTo>
                  <a:cubicBezTo>
                    <a:pt x="345440" y="173990"/>
                    <a:pt x="342900" y="175260"/>
                    <a:pt x="339090" y="176530"/>
                  </a:cubicBezTo>
                  <a:cubicBezTo>
                    <a:pt x="336550" y="177800"/>
                    <a:pt x="332740" y="180340"/>
                    <a:pt x="330200" y="181610"/>
                  </a:cubicBezTo>
                  <a:cubicBezTo>
                    <a:pt x="328930" y="182880"/>
                    <a:pt x="327660" y="182880"/>
                    <a:pt x="326390" y="182880"/>
                  </a:cubicBezTo>
                  <a:cubicBezTo>
                    <a:pt x="320040" y="182880"/>
                    <a:pt x="316230" y="186690"/>
                    <a:pt x="312420" y="190500"/>
                  </a:cubicBezTo>
                  <a:cubicBezTo>
                    <a:pt x="308610" y="193040"/>
                    <a:pt x="306070" y="196850"/>
                    <a:pt x="302260" y="199390"/>
                  </a:cubicBezTo>
                  <a:cubicBezTo>
                    <a:pt x="299720" y="200660"/>
                    <a:pt x="297180" y="201930"/>
                    <a:pt x="295910" y="203200"/>
                  </a:cubicBezTo>
                  <a:cubicBezTo>
                    <a:pt x="293370" y="204470"/>
                    <a:pt x="292100" y="207010"/>
                    <a:pt x="289560" y="207010"/>
                  </a:cubicBezTo>
                  <a:cubicBezTo>
                    <a:pt x="287020" y="208280"/>
                    <a:pt x="283210" y="208280"/>
                    <a:pt x="280670" y="207010"/>
                  </a:cubicBezTo>
                  <a:cubicBezTo>
                    <a:pt x="276860" y="204470"/>
                    <a:pt x="273050" y="207010"/>
                    <a:pt x="270510" y="208280"/>
                  </a:cubicBezTo>
                  <a:cubicBezTo>
                    <a:pt x="266700" y="209550"/>
                    <a:pt x="264160" y="212090"/>
                    <a:pt x="261620" y="213360"/>
                  </a:cubicBezTo>
                  <a:cubicBezTo>
                    <a:pt x="262890" y="214630"/>
                    <a:pt x="262890" y="215900"/>
                    <a:pt x="264160" y="217170"/>
                  </a:cubicBezTo>
                  <a:lnTo>
                    <a:pt x="260350" y="217170"/>
                  </a:lnTo>
                  <a:cubicBezTo>
                    <a:pt x="260350" y="218440"/>
                    <a:pt x="259080" y="219710"/>
                    <a:pt x="259080" y="220980"/>
                  </a:cubicBezTo>
                  <a:cubicBezTo>
                    <a:pt x="257810" y="220980"/>
                    <a:pt x="256540" y="219710"/>
                    <a:pt x="256540" y="219710"/>
                  </a:cubicBezTo>
                  <a:cubicBezTo>
                    <a:pt x="252730" y="222250"/>
                    <a:pt x="248920" y="224790"/>
                    <a:pt x="245110" y="226060"/>
                  </a:cubicBezTo>
                  <a:cubicBezTo>
                    <a:pt x="243840" y="226060"/>
                    <a:pt x="242570" y="227330"/>
                    <a:pt x="242570" y="227330"/>
                  </a:cubicBezTo>
                  <a:cubicBezTo>
                    <a:pt x="237490" y="226060"/>
                    <a:pt x="231140" y="227330"/>
                    <a:pt x="227330" y="223520"/>
                  </a:cubicBezTo>
                  <a:cubicBezTo>
                    <a:pt x="224790" y="220980"/>
                    <a:pt x="220980" y="219710"/>
                    <a:pt x="218440" y="217170"/>
                  </a:cubicBezTo>
                  <a:cubicBezTo>
                    <a:pt x="214630" y="214630"/>
                    <a:pt x="209550" y="215900"/>
                    <a:pt x="205740" y="222250"/>
                  </a:cubicBezTo>
                  <a:lnTo>
                    <a:pt x="187960" y="204470"/>
                  </a:lnTo>
                  <a:cubicBezTo>
                    <a:pt x="186690" y="205740"/>
                    <a:pt x="184150" y="207010"/>
                    <a:pt x="182880" y="208280"/>
                  </a:cubicBezTo>
                  <a:cubicBezTo>
                    <a:pt x="181610" y="208280"/>
                    <a:pt x="181610" y="209550"/>
                    <a:pt x="180340" y="209550"/>
                  </a:cubicBezTo>
                  <a:cubicBezTo>
                    <a:pt x="175260" y="210820"/>
                    <a:pt x="170180" y="212090"/>
                    <a:pt x="163830" y="213360"/>
                  </a:cubicBezTo>
                  <a:cubicBezTo>
                    <a:pt x="160020" y="214630"/>
                    <a:pt x="157480" y="215900"/>
                    <a:pt x="157480" y="220980"/>
                  </a:cubicBezTo>
                  <a:cubicBezTo>
                    <a:pt x="152400" y="223520"/>
                    <a:pt x="147320" y="222250"/>
                    <a:pt x="143510" y="227330"/>
                  </a:cubicBezTo>
                  <a:lnTo>
                    <a:pt x="139700" y="227330"/>
                  </a:lnTo>
                  <a:cubicBezTo>
                    <a:pt x="132080" y="223520"/>
                    <a:pt x="125730" y="224790"/>
                    <a:pt x="120650" y="231140"/>
                  </a:cubicBezTo>
                  <a:cubicBezTo>
                    <a:pt x="119380" y="232410"/>
                    <a:pt x="118110" y="232410"/>
                    <a:pt x="115570" y="232410"/>
                  </a:cubicBezTo>
                  <a:cubicBezTo>
                    <a:pt x="109220" y="231140"/>
                    <a:pt x="104140" y="234950"/>
                    <a:pt x="99060" y="238760"/>
                  </a:cubicBezTo>
                  <a:cubicBezTo>
                    <a:pt x="96520" y="241300"/>
                    <a:pt x="93980" y="242570"/>
                    <a:pt x="90170" y="242570"/>
                  </a:cubicBezTo>
                  <a:cubicBezTo>
                    <a:pt x="83820" y="243840"/>
                    <a:pt x="78740" y="243840"/>
                    <a:pt x="72390" y="243840"/>
                  </a:cubicBezTo>
                  <a:cubicBezTo>
                    <a:pt x="72390" y="243840"/>
                    <a:pt x="71120" y="243840"/>
                    <a:pt x="71120" y="245110"/>
                  </a:cubicBezTo>
                  <a:cubicBezTo>
                    <a:pt x="66040" y="251460"/>
                    <a:pt x="59690" y="251460"/>
                    <a:pt x="52070" y="251460"/>
                  </a:cubicBezTo>
                  <a:cubicBezTo>
                    <a:pt x="44450" y="251460"/>
                    <a:pt x="36830" y="252730"/>
                    <a:pt x="30480" y="259080"/>
                  </a:cubicBezTo>
                  <a:cubicBezTo>
                    <a:pt x="26670" y="262890"/>
                    <a:pt x="21590" y="265430"/>
                    <a:pt x="16510" y="269240"/>
                  </a:cubicBezTo>
                  <a:cubicBezTo>
                    <a:pt x="15240" y="269240"/>
                    <a:pt x="13970" y="270510"/>
                    <a:pt x="13970" y="270510"/>
                  </a:cubicBezTo>
                  <a:cubicBezTo>
                    <a:pt x="10160" y="270510"/>
                    <a:pt x="5080" y="269240"/>
                    <a:pt x="1270" y="269240"/>
                  </a:cubicBezTo>
                  <a:cubicBezTo>
                    <a:pt x="0" y="284480"/>
                    <a:pt x="2540" y="300990"/>
                    <a:pt x="3810" y="317500"/>
                  </a:cubicBezTo>
                  <a:close/>
                </a:path>
              </a:pathLst>
            </a:custGeom>
            <a:blipFill>
              <a:blip r:embed="rId10"/>
              <a:stretch>
                <a:fillRect l="-128361" t="0" r="-3628" b="0"/>
              </a:stretch>
            </a:blipFill>
          </p:spPr>
        </p:sp>
      </p:grpSp>
      <p:sp>
        <p:nvSpPr>
          <p:cNvPr name="TextBox 8" id="8"/>
          <p:cNvSpPr txBox="true"/>
          <p:nvPr/>
        </p:nvSpPr>
        <p:spPr>
          <a:xfrm rot="0">
            <a:off x="8061275" y="4774379"/>
            <a:ext cx="8796932" cy="3255010"/>
          </a:xfrm>
          <a:prstGeom prst="rect">
            <a:avLst/>
          </a:prstGeom>
        </p:spPr>
        <p:txBody>
          <a:bodyPr anchor="t" rtlCol="false" tIns="0" lIns="0" bIns="0" rIns="0">
            <a:spAutoFit/>
          </a:bodyPr>
          <a:lstStyle/>
          <a:p>
            <a:pPr algn="l">
              <a:lnSpc>
                <a:spcPts val="4339"/>
              </a:lnSpc>
            </a:pPr>
            <a:r>
              <a:rPr lang="en-US" sz="3099">
                <a:solidFill>
                  <a:srgbClr val="6B3E3E"/>
                </a:solidFill>
                <a:latin typeface="Arimo"/>
                <a:ea typeface="Arimo"/>
                <a:cs typeface="Arimo"/>
                <a:sym typeface="Arimo"/>
              </a:rPr>
              <a:t>Lorem ipsum dolor sit amet, consectetur adipiscing elit. Proin at purus volutpat, lobortis quam vel, finibus tortor. Quisque ultrices semper diam, in hendrerit orci maximus ut. Suspendisse accumsan vehicula augue eu eleifend. Duis mauris erat, auctor nec porttitor eu, finibus sit amet erat. </a:t>
            </a:r>
          </a:p>
        </p:txBody>
      </p:sp>
      <p:sp>
        <p:nvSpPr>
          <p:cNvPr name="TextBox 9" id="9"/>
          <p:cNvSpPr txBox="true"/>
          <p:nvPr/>
        </p:nvSpPr>
        <p:spPr>
          <a:xfrm rot="0">
            <a:off x="12558515" y="2545824"/>
            <a:ext cx="4299692" cy="1212044"/>
          </a:xfrm>
          <a:prstGeom prst="rect">
            <a:avLst/>
          </a:prstGeom>
        </p:spPr>
        <p:txBody>
          <a:bodyPr anchor="t" rtlCol="false" tIns="0" lIns="0" bIns="0" rIns="0">
            <a:spAutoFit/>
          </a:bodyPr>
          <a:lstStyle/>
          <a:p>
            <a:pPr algn="ctr">
              <a:lnSpc>
                <a:spcPts val="4684"/>
              </a:lnSpc>
            </a:pPr>
            <a:r>
              <a:rPr lang="en-US" sz="4418">
                <a:solidFill>
                  <a:srgbClr val="6B3E3E"/>
                </a:solidFill>
                <a:latin typeface="210 클레이토이"/>
                <a:ea typeface="210 클레이토이"/>
                <a:cs typeface="210 클레이토이"/>
                <a:sym typeface="210 클레이토이"/>
              </a:rPr>
              <a:t>Client:</a:t>
            </a:r>
          </a:p>
          <a:p>
            <a:pPr algn="ctr">
              <a:lnSpc>
                <a:spcPts val="4684"/>
              </a:lnSpc>
            </a:pPr>
            <a:r>
              <a:rPr lang="en-US" sz="4418">
                <a:solidFill>
                  <a:srgbClr val="6B3E3E"/>
                </a:solidFill>
                <a:latin typeface="210 클레이토이"/>
                <a:ea typeface="210 클레이토이"/>
                <a:cs typeface="210 클레이토이"/>
                <a:sym typeface="210 클레이토이"/>
              </a:rPr>
              <a:t>Wardiere, Inc.</a:t>
            </a:r>
          </a:p>
        </p:txBody>
      </p:sp>
      <p:sp>
        <p:nvSpPr>
          <p:cNvPr name="TextBox 10" id="10"/>
          <p:cNvSpPr txBox="true"/>
          <p:nvPr/>
        </p:nvSpPr>
        <p:spPr>
          <a:xfrm rot="0">
            <a:off x="2760340" y="1243628"/>
            <a:ext cx="6094932" cy="1047750"/>
          </a:xfrm>
          <a:prstGeom prst="rect">
            <a:avLst/>
          </a:prstGeom>
        </p:spPr>
        <p:txBody>
          <a:bodyPr anchor="t" rtlCol="false" tIns="0" lIns="0" bIns="0" rIns="0">
            <a:spAutoFit/>
          </a:bodyPr>
          <a:lstStyle/>
          <a:p>
            <a:pPr algn="l">
              <a:lnSpc>
                <a:spcPts val="7950"/>
              </a:lnSpc>
            </a:pPr>
            <a:r>
              <a:rPr lang="en-US" sz="7500">
                <a:solidFill>
                  <a:srgbClr val="DB5C5C"/>
                </a:solidFill>
                <a:latin typeface="210 클레이토이"/>
                <a:ea typeface="210 클레이토이"/>
                <a:cs typeface="210 클레이토이"/>
                <a:sym typeface="210 클레이토이"/>
              </a:rPr>
              <a:t>Project 2 </a:t>
            </a:r>
          </a:p>
        </p:txBody>
      </p:sp>
      <p:sp>
        <p:nvSpPr>
          <p:cNvPr name="Freeform 11" id="11"/>
          <p:cNvSpPr/>
          <p:nvPr/>
        </p:nvSpPr>
        <p:spPr>
          <a:xfrm flipH="false" flipV="false" rot="3331616">
            <a:off x="-1833911" y="6737298"/>
            <a:ext cx="5379349" cy="4727733"/>
          </a:xfrm>
          <a:custGeom>
            <a:avLst/>
            <a:gdLst/>
            <a:ahLst/>
            <a:cxnLst/>
            <a:rect r="r" b="b" t="t" l="l"/>
            <a:pathLst>
              <a:path h="4727733" w="5379349">
                <a:moveTo>
                  <a:pt x="0" y="0"/>
                </a:moveTo>
                <a:lnTo>
                  <a:pt x="5379349" y="0"/>
                </a:lnTo>
                <a:lnTo>
                  <a:pt x="5379349" y="4727733"/>
                </a:lnTo>
                <a:lnTo>
                  <a:pt x="0" y="47277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8F1"/>
        </a:solidFill>
      </p:bgPr>
    </p:bg>
    <p:spTree>
      <p:nvGrpSpPr>
        <p:cNvPr id="1" name=""/>
        <p:cNvGrpSpPr/>
        <p:nvPr/>
      </p:nvGrpSpPr>
      <p:grpSpPr>
        <a:xfrm>
          <a:off x="0" y="0"/>
          <a:ext cx="0" cy="0"/>
          <a:chOff x="0" y="0"/>
          <a:chExt cx="0" cy="0"/>
        </a:xfrm>
      </p:grpSpPr>
      <p:sp>
        <p:nvSpPr>
          <p:cNvPr name="Freeform 2" id="2"/>
          <p:cNvSpPr/>
          <p:nvPr/>
        </p:nvSpPr>
        <p:spPr>
          <a:xfrm flipH="true" flipV="false" rot="0">
            <a:off x="7924505" y="3581451"/>
            <a:ext cx="9751296" cy="5485739"/>
          </a:xfrm>
          <a:custGeom>
            <a:avLst/>
            <a:gdLst/>
            <a:ahLst/>
            <a:cxnLst/>
            <a:rect r="r" b="b" t="t" l="l"/>
            <a:pathLst>
              <a:path h="5485739" w="9751296">
                <a:moveTo>
                  <a:pt x="9751296" y="0"/>
                </a:moveTo>
                <a:lnTo>
                  <a:pt x="0" y="0"/>
                </a:lnTo>
                <a:lnTo>
                  <a:pt x="0" y="5485740"/>
                </a:lnTo>
                <a:lnTo>
                  <a:pt x="9751296" y="5485740"/>
                </a:lnTo>
                <a:lnTo>
                  <a:pt x="97512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073100" y="495189"/>
            <a:ext cx="1262289" cy="1306379"/>
          </a:xfrm>
          <a:custGeom>
            <a:avLst/>
            <a:gdLst/>
            <a:ahLst/>
            <a:cxnLst/>
            <a:rect r="r" b="b" t="t" l="l"/>
            <a:pathLst>
              <a:path h="1306379" w="1262289">
                <a:moveTo>
                  <a:pt x="0" y="0"/>
                </a:moveTo>
                <a:lnTo>
                  <a:pt x="1262289" y="0"/>
                </a:lnTo>
                <a:lnTo>
                  <a:pt x="1262289" y="1306379"/>
                </a:lnTo>
                <a:lnTo>
                  <a:pt x="0" y="13063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886131" y="2075015"/>
            <a:ext cx="3750345" cy="2106038"/>
          </a:xfrm>
          <a:custGeom>
            <a:avLst/>
            <a:gdLst/>
            <a:ahLst/>
            <a:cxnLst/>
            <a:rect r="r" b="b" t="t" l="l"/>
            <a:pathLst>
              <a:path h="2106038" w="3750345">
                <a:moveTo>
                  <a:pt x="0" y="0"/>
                </a:moveTo>
                <a:lnTo>
                  <a:pt x="3750345" y="0"/>
                </a:lnTo>
                <a:lnTo>
                  <a:pt x="3750345" y="2106038"/>
                </a:lnTo>
                <a:lnTo>
                  <a:pt x="0" y="21060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262979">
            <a:off x="12871178" y="1734436"/>
            <a:ext cx="736638" cy="1357857"/>
          </a:xfrm>
          <a:custGeom>
            <a:avLst/>
            <a:gdLst/>
            <a:ahLst/>
            <a:cxnLst/>
            <a:rect r="r" b="b" t="t" l="l"/>
            <a:pathLst>
              <a:path h="1357857" w="736638">
                <a:moveTo>
                  <a:pt x="0" y="0"/>
                </a:moveTo>
                <a:lnTo>
                  <a:pt x="736637" y="0"/>
                </a:lnTo>
                <a:lnTo>
                  <a:pt x="736637" y="1357858"/>
                </a:lnTo>
                <a:lnTo>
                  <a:pt x="0" y="135785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a:grpSpLocks noChangeAspect="true"/>
          </p:cNvGrpSpPr>
          <p:nvPr/>
        </p:nvGrpSpPr>
        <p:grpSpPr>
          <a:xfrm rot="0">
            <a:off x="2631398" y="2608212"/>
            <a:ext cx="4428821" cy="6840809"/>
            <a:chOff x="0" y="0"/>
            <a:chExt cx="2192020" cy="3385820"/>
          </a:xfrm>
        </p:grpSpPr>
        <p:sp>
          <p:nvSpPr>
            <p:cNvPr name="Freeform 7" id="7"/>
            <p:cNvSpPr/>
            <p:nvPr/>
          </p:nvSpPr>
          <p:spPr>
            <a:xfrm flipH="false" flipV="false" rot="0">
              <a:off x="1270" y="-1"/>
              <a:ext cx="2194560" cy="3388362"/>
            </a:xfrm>
            <a:custGeom>
              <a:avLst/>
              <a:gdLst/>
              <a:ahLst/>
              <a:cxnLst/>
              <a:rect r="r" b="b" t="t" l="l"/>
              <a:pathLst>
                <a:path h="3388362" w="2194560">
                  <a:moveTo>
                    <a:pt x="3810" y="317501"/>
                  </a:moveTo>
                  <a:cubicBezTo>
                    <a:pt x="13970" y="425451"/>
                    <a:pt x="16510" y="533401"/>
                    <a:pt x="17780" y="642621"/>
                  </a:cubicBezTo>
                  <a:cubicBezTo>
                    <a:pt x="24130" y="1036321"/>
                    <a:pt x="21590" y="1430021"/>
                    <a:pt x="17780" y="1823721"/>
                  </a:cubicBezTo>
                  <a:cubicBezTo>
                    <a:pt x="13970" y="2218691"/>
                    <a:pt x="8890" y="2613661"/>
                    <a:pt x="8890" y="3009901"/>
                  </a:cubicBezTo>
                  <a:cubicBezTo>
                    <a:pt x="8890" y="3013711"/>
                    <a:pt x="8890" y="3017521"/>
                    <a:pt x="7620" y="3021331"/>
                  </a:cubicBezTo>
                  <a:cubicBezTo>
                    <a:pt x="11430" y="3022601"/>
                    <a:pt x="15240" y="3025141"/>
                    <a:pt x="19050" y="3027681"/>
                  </a:cubicBezTo>
                  <a:cubicBezTo>
                    <a:pt x="24130" y="3031491"/>
                    <a:pt x="27940" y="3037841"/>
                    <a:pt x="33020" y="3044191"/>
                  </a:cubicBezTo>
                  <a:cubicBezTo>
                    <a:pt x="44450" y="3058161"/>
                    <a:pt x="55880" y="3072131"/>
                    <a:pt x="66040" y="3086101"/>
                  </a:cubicBezTo>
                  <a:cubicBezTo>
                    <a:pt x="77470" y="3102611"/>
                    <a:pt x="88900" y="3117851"/>
                    <a:pt x="100330" y="3134361"/>
                  </a:cubicBezTo>
                  <a:cubicBezTo>
                    <a:pt x="105410" y="3141981"/>
                    <a:pt x="110490" y="3149601"/>
                    <a:pt x="115570" y="3155951"/>
                  </a:cubicBezTo>
                  <a:cubicBezTo>
                    <a:pt x="119380" y="3161031"/>
                    <a:pt x="125730" y="3163571"/>
                    <a:pt x="129540" y="3167381"/>
                  </a:cubicBezTo>
                  <a:cubicBezTo>
                    <a:pt x="142240" y="3177541"/>
                    <a:pt x="156210" y="3187701"/>
                    <a:pt x="168910" y="3197861"/>
                  </a:cubicBezTo>
                  <a:cubicBezTo>
                    <a:pt x="181610" y="3208021"/>
                    <a:pt x="194310" y="3216911"/>
                    <a:pt x="209550" y="3223261"/>
                  </a:cubicBezTo>
                  <a:cubicBezTo>
                    <a:pt x="243840" y="3238501"/>
                    <a:pt x="276860" y="3255011"/>
                    <a:pt x="311150" y="3270251"/>
                  </a:cubicBezTo>
                  <a:cubicBezTo>
                    <a:pt x="330200" y="3279141"/>
                    <a:pt x="349250" y="3286761"/>
                    <a:pt x="369570" y="3295651"/>
                  </a:cubicBezTo>
                  <a:cubicBezTo>
                    <a:pt x="370840" y="3296921"/>
                    <a:pt x="374650" y="3295651"/>
                    <a:pt x="375920" y="3295651"/>
                  </a:cubicBezTo>
                  <a:lnTo>
                    <a:pt x="383540" y="3295651"/>
                  </a:lnTo>
                  <a:lnTo>
                    <a:pt x="384810" y="3296921"/>
                  </a:lnTo>
                  <a:cubicBezTo>
                    <a:pt x="387350" y="3290571"/>
                    <a:pt x="389890" y="3285491"/>
                    <a:pt x="393700" y="3279141"/>
                  </a:cubicBezTo>
                  <a:cubicBezTo>
                    <a:pt x="397510" y="3274061"/>
                    <a:pt x="400050" y="3265171"/>
                    <a:pt x="408940" y="3265171"/>
                  </a:cubicBezTo>
                  <a:cubicBezTo>
                    <a:pt x="408940" y="3265171"/>
                    <a:pt x="410210" y="3265171"/>
                    <a:pt x="410210" y="3263901"/>
                  </a:cubicBezTo>
                  <a:cubicBezTo>
                    <a:pt x="414020" y="3257551"/>
                    <a:pt x="420370" y="3256281"/>
                    <a:pt x="427990" y="3255011"/>
                  </a:cubicBezTo>
                  <a:cubicBezTo>
                    <a:pt x="435610" y="3253741"/>
                    <a:pt x="441960" y="3249931"/>
                    <a:pt x="448310" y="3247391"/>
                  </a:cubicBezTo>
                  <a:cubicBezTo>
                    <a:pt x="449580" y="3247391"/>
                    <a:pt x="449580" y="3246121"/>
                    <a:pt x="450850" y="3246121"/>
                  </a:cubicBezTo>
                  <a:cubicBezTo>
                    <a:pt x="459740" y="3248661"/>
                    <a:pt x="466090" y="3242311"/>
                    <a:pt x="473710" y="3239771"/>
                  </a:cubicBezTo>
                  <a:lnTo>
                    <a:pt x="474980" y="3239771"/>
                  </a:lnTo>
                  <a:cubicBezTo>
                    <a:pt x="482600" y="3239771"/>
                    <a:pt x="488950" y="3235961"/>
                    <a:pt x="496570" y="3234691"/>
                  </a:cubicBezTo>
                  <a:cubicBezTo>
                    <a:pt x="502920" y="3233421"/>
                    <a:pt x="509270" y="3233421"/>
                    <a:pt x="515620" y="3229611"/>
                  </a:cubicBezTo>
                  <a:cubicBezTo>
                    <a:pt x="521970" y="3225801"/>
                    <a:pt x="529590" y="3223261"/>
                    <a:pt x="535940" y="3220721"/>
                  </a:cubicBezTo>
                  <a:cubicBezTo>
                    <a:pt x="542290" y="3218181"/>
                    <a:pt x="548640" y="3216911"/>
                    <a:pt x="554990" y="3214371"/>
                  </a:cubicBezTo>
                  <a:lnTo>
                    <a:pt x="561340" y="3214371"/>
                  </a:lnTo>
                  <a:cubicBezTo>
                    <a:pt x="567690" y="3214371"/>
                    <a:pt x="572770" y="3214371"/>
                    <a:pt x="577850" y="3210561"/>
                  </a:cubicBezTo>
                  <a:lnTo>
                    <a:pt x="580390" y="3210561"/>
                  </a:lnTo>
                  <a:cubicBezTo>
                    <a:pt x="586740" y="3210561"/>
                    <a:pt x="594360" y="3211831"/>
                    <a:pt x="600710" y="3211831"/>
                  </a:cubicBezTo>
                  <a:lnTo>
                    <a:pt x="605790" y="3211831"/>
                  </a:lnTo>
                  <a:cubicBezTo>
                    <a:pt x="612140" y="3210561"/>
                    <a:pt x="614680" y="3215641"/>
                    <a:pt x="618490" y="3218181"/>
                  </a:cubicBezTo>
                  <a:cubicBezTo>
                    <a:pt x="624840" y="3225801"/>
                    <a:pt x="632460" y="3227071"/>
                    <a:pt x="642620" y="3225801"/>
                  </a:cubicBezTo>
                  <a:cubicBezTo>
                    <a:pt x="651510" y="3224531"/>
                    <a:pt x="659130" y="3223261"/>
                    <a:pt x="668020" y="3223261"/>
                  </a:cubicBezTo>
                  <a:cubicBezTo>
                    <a:pt x="671830" y="3223261"/>
                    <a:pt x="676910" y="3224531"/>
                    <a:pt x="680720" y="3225801"/>
                  </a:cubicBezTo>
                  <a:cubicBezTo>
                    <a:pt x="684530" y="3227071"/>
                    <a:pt x="687070" y="3228341"/>
                    <a:pt x="690880" y="3229611"/>
                  </a:cubicBezTo>
                  <a:lnTo>
                    <a:pt x="694690" y="3233421"/>
                  </a:lnTo>
                  <a:cubicBezTo>
                    <a:pt x="694690" y="3233421"/>
                    <a:pt x="695960" y="3237231"/>
                    <a:pt x="697230" y="3238501"/>
                  </a:cubicBezTo>
                  <a:cubicBezTo>
                    <a:pt x="699770" y="3239771"/>
                    <a:pt x="702310" y="3239771"/>
                    <a:pt x="703580" y="3241041"/>
                  </a:cubicBezTo>
                  <a:lnTo>
                    <a:pt x="704850" y="3242311"/>
                  </a:lnTo>
                  <a:cubicBezTo>
                    <a:pt x="711200" y="3238501"/>
                    <a:pt x="713740" y="3244851"/>
                    <a:pt x="717550" y="3246121"/>
                  </a:cubicBezTo>
                  <a:cubicBezTo>
                    <a:pt x="722630" y="3248661"/>
                    <a:pt x="726440" y="3251201"/>
                    <a:pt x="731520" y="3255011"/>
                  </a:cubicBezTo>
                  <a:cubicBezTo>
                    <a:pt x="731520" y="3253741"/>
                    <a:pt x="731520" y="3252471"/>
                    <a:pt x="732790" y="3251201"/>
                  </a:cubicBezTo>
                  <a:cubicBezTo>
                    <a:pt x="740410" y="3252471"/>
                    <a:pt x="749300" y="3252471"/>
                    <a:pt x="756920" y="3257551"/>
                  </a:cubicBezTo>
                  <a:cubicBezTo>
                    <a:pt x="758190" y="3255011"/>
                    <a:pt x="760730" y="3252471"/>
                    <a:pt x="763270" y="3249931"/>
                  </a:cubicBezTo>
                  <a:cubicBezTo>
                    <a:pt x="763270" y="3249931"/>
                    <a:pt x="763270" y="3248661"/>
                    <a:pt x="764540" y="3248661"/>
                  </a:cubicBezTo>
                  <a:cubicBezTo>
                    <a:pt x="770890" y="3247391"/>
                    <a:pt x="774700" y="3243581"/>
                    <a:pt x="775970" y="3237231"/>
                  </a:cubicBezTo>
                  <a:cubicBezTo>
                    <a:pt x="777240" y="3234691"/>
                    <a:pt x="777240" y="3232151"/>
                    <a:pt x="777240" y="3230881"/>
                  </a:cubicBezTo>
                  <a:cubicBezTo>
                    <a:pt x="782320" y="3228341"/>
                    <a:pt x="786130" y="3225801"/>
                    <a:pt x="791210" y="3223261"/>
                  </a:cubicBezTo>
                  <a:lnTo>
                    <a:pt x="791210" y="3220721"/>
                  </a:lnTo>
                  <a:cubicBezTo>
                    <a:pt x="787400" y="3214371"/>
                    <a:pt x="787400" y="3213101"/>
                    <a:pt x="793750" y="3210561"/>
                  </a:cubicBezTo>
                  <a:cubicBezTo>
                    <a:pt x="795020" y="3209291"/>
                    <a:pt x="795020" y="3208021"/>
                    <a:pt x="796290" y="3208021"/>
                  </a:cubicBezTo>
                  <a:cubicBezTo>
                    <a:pt x="798830" y="3206751"/>
                    <a:pt x="801370" y="3205481"/>
                    <a:pt x="802640" y="3204211"/>
                  </a:cubicBezTo>
                  <a:cubicBezTo>
                    <a:pt x="802640" y="3204211"/>
                    <a:pt x="802640" y="3205481"/>
                    <a:pt x="803910" y="3205481"/>
                  </a:cubicBezTo>
                  <a:lnTo>
                    <a:pt x="803910" y="3202941"/>
                  </a:lnTo>
                  <a:cubicBezTo>
                    <a:pt x="811530" y="3200401"/>
                    <a:pt x="819150" y="3197861"/>
                    <a:pt x="826770" y="3194051"/>
                  </a:cubicBezTo>
                  <a:cubicBezTo>
                    <a:pt x="830580" y="3191511"/>
                    <a:pt x="834390" y="3190241"/>
                    <a:pt x="839470" y="3192781"/>
                  </a:cubicBezTo>
                  <a:cubicBezTo>
                    <a:pt x="842010" y="3194051"/>
                    <a:pt x="844550" y="3192781"/>
                    <a:pt x="847090" y="3191511"/>
                  </a:cubicBezTo>
                  <a:cubicBezTo>
                    <a:pt x="853440" y="3188971"/>
                    <a:pt x="859790" y="3187701"/>
                    <a:pt x="866140" y="3185161"/>
                  </a:cubicBezTo>
                  <a:cubicBezTo>
                    <a:pt x="871220" y="3183891"/>
                    <a:pt x="875030" y="3181351"/>
                    <a:pt x="880110" y="3178811"/>
                  </a:cubicBezTo>
                  <a:cubicBezTo>
                    <a:pt x="880110" y="3178811"/>
                    <a:pt x="881380" y="3176271"/>
                    <a:pt x="880110" y="3175001"/>
                  </a:cubicBezTo>
                  <a:cubicBezTo>
                    <a:pt x="880110" y="3173731"/>
                    <a:pt x="878840" y="3171191"/>
                    <a:pt x="878840" y="3169921"/>
                  </a:cubicBezTo>
                  <a:cubicBezTo>
                    <a:pt x="882650" y="3167381"/>
                    <a:pt x="885190" y="3164841"/>
                    <a:pt x="887730" y="3164841"/>
                  </a:cubicBezTo>
                  <a:cubicBezTo>
                    <a:pt x="891540" y="3163571"/>
                    <a:pt x="896620" y="3163571"/>
                    <a:pt x="901700" y="3162301"/>
                  </a:cubicBezTo>
                  <a:cubicBezTo>
                    <a:pt x="905510" y="3150871"/>
                    <a:pt x="913130" y="3148331"/>
                    <a:pt x="922020" y="3152141"/>
                  </a:cubicBezTo>
                  <a:lnTo>
                    <a:pt x="924560" y="3149601"/>
                  </a:lnTo>
                  <a:cubicBezTo>
                    <a:pt x="925830" y="3150871"/>
                    <a:pt x="925830" y="3150871"/>
                    <a:pt x="925830" y="3152141"/>
                  </a:cubicBezTo>
                  <a:cubicBezTo>
                    <a:pt x="929640" y="3149601"/>
                    <a:pt x="933450" y="3147061"/>
                    <a:pt x="937260" y="3145791"/>
                  </a:cubicBezTo>
                  <a:cubicBezTo>
                    <a:pt x="941070" y="3143251"/>
                    <a:pt x="944880" y="3140711"/>
                    <a:pt x="949960" y="3143251"/>
                  </a:cubicBezTo>
                  <a:cubicBezTo>
                    <a:pt x="949960" y="3136901"/>
                    <a:pt x="953770" y="3136901"/>
                    <a:pt x="957580" y="3138171"/>
                  </a:cubicBezTo>
                  <a:cubicBezTo>
                    <a:pt x="960120" y="3138171"/>
                    <a:pt x="963930" y="3136901"/>
                    <a:pt x="966470" y="3135632"/>
                  </a:cubicBezTo>
                  <a:cubicBezTo>
                    <a:pt x="967740" y="3135632"/>
                    <a:pt x="970280" y="3134361"/>
                    <a:pt x="971550" y="3135632"/>
                  </a:cubicBezTo>
                  <a:cubicBezTo>
                    <a:pt x="976630" y="3139442"/>
                    <a:pt x="984250" y="3140711"/>
                    <a:pt x="989330" y="3147061"/>
                  </a:cubicBezTo>
                  <a:cubicBezTo>
                    <a:pt x="993140" y="3152141"/>
                    <a:pt x="999490" y="3154682"/>
                    <a:pt x="1002030" y="3162301"/>
                  </a:cubicBezTo>
                  <a:cubicBezTo>
                    <a:pt x="1003300" y="3164841"/>
                    <a:pt x="1008380" y="3167381"/>
                    <a:pt x="1010920" y="3168651"/>
                  </a:cubicBezTo>
                  <a:cubicBezTo>
                    <a:pt x="1010920" y="3168651"/>
                    <a:pt x="1012190" y="3168651"/>
                    <a:pt x="1013460" y="3169921"/>
                  </a:cubicBezTo>
                  <a:cubicBezTo>
                    <a:pt x="1014730" y="3173732"/>
                    <a:pt x="1018540" y="3172461"/>
                    <a:pt x="1021080" y="3171192"/>
                  </a:cubicBezTo>
                  <a:cubicBezTo>
                    <a:pt x="1023620" y="3171192"/>
                    <a:pt x="1026160" y="3169921"/>
                    <a:pt x="1027430" y="3173732"/>
                  </a:cubicBezTo>
                  <a:cubicBezTo>
                    <a:pt x="1027430" y="3175002"/>
                    <a:pt x="1031240" y="3176271"/>
                    <a:pt x="1032510" y="3177542"/>
                  </a:cubicBezTo>
                  <a:cubicBezTo>
                    <a:pt x="1036320" y="3180082"/>
                    <a:pt x="1040130" y="3182621"/>
                    <a:pt x="1042670" y="3185162"/>
                  </a:cubicBezTo>
                  <a:cubicBezTo>
                    <a:pt x="1043940" y="3186432"/>
                    <a:pt x="1045210" y="3187702"/>
                    <a:pt x="1045210" y="3188972"/>
                  </a:cubicBezTo>
                  <a:cubicBezTo>
                    <a:pt x="1045210" y="3192782"/>
                    <a:pt x="1049020" y="3195322"/>
                    <a:pt x="1052830" y="3195322"/>
                  </a:cubicBezTo>
                  <a:cubicBezTo>
                    <a:pt x="1057910" y="3196592"/>
                    <a:pt x="1061720" y="3196592"/>
                    <a:pt x="1066800" y="3197862"/>
                  </a:cubicBezTo>
                  <a:cubicBezTo>
                    <a:pt x="1068070" y="3197862"/>
                    <a:pt x="1068070" y="3200402"/>
                    <a:pt x="1069340" y="3200402"/>
                  </a:cubicBezTo>
                  <a:cubicBezTo>
                    <a:pt x="1070610" y="3202942"/>
                    <a:pt x="1071880" y="3206752"/>
                    <a:pt x="1076960" y="3204212"/>
                  </a:cubicBezTo>
                  <a:cubicBezTo>
                    <a:pt x="1079500" y="3202942"/>
                    <a:pt x="1087120" y="3205482"/>
                    <a:pt x="1088390" y="3208022"/>
                  </a:cubicBezTo>
                  <a:cubicBezTo>
                    <a:pt x="1090930" y="3216912"/>
                    <a:pt x="1099820" y="3216912"/>
                    <a:pt x="1106170" y="3219452"/>
                  </a:cubicBezTo>
                  <a:cubicBezTo>
                    <a:pt x="1107440" y="3219452"/>
                    <a:pt x="1108710" y="3219452"/>
                    <a:pt x="1108710" y="3220722"/>
                  </a:cubicBezTo>
                  <a:cubicBezTo>
                    <a:pt x="1112520" y="3225802"/>
                    <a:pt x="1117600" y="3227072"/>
                    <a:pt x="1122680" y="3229612"/>
                  </a:cubicBezTo>
                  <a:cubicBezTo>
                    <a:pt x="1127760" y="3232152"/>
                    <a:pt x="1132840" y="3237232"/>
                    <a:pt x="1137920" y="3242312"/>
                  </a:cubicBezTo>
                  <a:lnTo>
                    <a:pt x="1144270" y="3248662"/>
                  </a:lnTo>
                  <a:cubicBezTo>
                    <a:pt x="1145540" y="3249932"/>
                    <a:pt x="1146810" y="3249932"/>
                    <a:pt x="1148080" y="3249932"/>
                  </a:cubicBezTo>
                  <a:cubicBezTo>
                    <a:pt x="1151890" y="3249932"/>
                    <a:pt x="1155700" y="3248662"/>
                    <a:pt x="1158240" y="3252472"/>
                  </a:cubicBezTo>
                  <a:cubicBezTo>
                    <a:pt x="1158240" y="3252472"/>
                    <a:pt x="1159510" y="3253742"/>
                    <a:pt x="1160780" y="3253742"/>
                  </a:cubicBezTo>
                  <a:cubicBezTo>
                    <a:pt x="1170940" y="3252472"/>
                    <a:pt x="1177290" y="3258822"/>
                    <a:pt x="1183640" y="3265172"/>
                  </a:cubicBezTo>
                  <a:cubicBezTo>
                    <a:pt x="1186180" y="3267712"/>
                    <a:pt x="1191260" y="3268982"/>
                    <a:pt x="1193800" y="3268982"/>
                  </a:cubicBezTo>
                  <a:cubicBezTo>
                    <a:pt x="1201420" y="3271522"/>
                    <a:pt x="1210310" y="3272792"/>
                    <a:pt x="1216660" y="3277872"/>
                  </a:cubicBezTo>
                  <a:cubicBezTo>
                    <a:pt x="1220470" y="3280412"/>
                    <a:pt x="1225550" y="3284222"/>
                    <a:pt x="1229360" y="3284222"/>
                  </a:cubicBezTo>
                  <a:cubicBezTo>
                    <a:pt x="1235710" y="3284222"/>
                    <a:pt x="1238250" y="3289302"/>
                    <a:pt x="1240790" y="3293112"/>
                  </a:cubicBezTo>
                  <a:cubicBezTo>
                    <a:pt x="1248410" y="3294382"/>
                    <a:pt x="1256030" y="3294382"/>
                    <a:pt x="1259840" y="3302002"/>
                  </a:cubicBezTo>
                  <a:cubicBezTo>
                    <a:pt x="1259840" y="3303272"/>
                    <a:pt x="1261110" y="3303272"/>
                    <a:pt x="1262380" y="3303272"/>
                  </a:cubicBezTo>
                  <a:cubicBezTo>
                    <a:pt x="1267460" y="3304542"/>
                    <a:pt x="1272540" y="3305812"/>
                    <a:pt x="1277620" y="3308352"/>
                  </a:cubicBezTo>
                  <a:cubicBezTo>
                    <a:pt x="1280160" y="3309622"/>
                    <a:pt x="1282700" y="3312162"/>
                    <a:pt x="1286510" y="3314702"/>
                  </a:cubicBezTo>
                  <a:cubicBezTo>
                    <a:pt x="1287780" y="3314702"/>
                    <a:pt x="1287780" y="3315972"/>
                    <a:pt x="1289050" y="3315972"/>
                  </a:cubicBezTo>
                  <a:cubicBezTo>
                    <a:pt x="1297940" y="3315972"/>
                    <a:pt x="1300480" y="3322322"/>
                    <a:pt x="1305560" y="3327402"/>
                  </a:cubicBezTo>
                  <a:cubicBezTo>
                    <a:pt x="1313180" y="3333752"/>
                    <a:pt x="1322070" y="3340102"/>
                    <a:pt x="1328420" y="3347722"/>
                  </a:cubicBezTo>
                  <a:cubicBezTo>
                    <a:pt x="1332230" y="3352802"/>
                    <a:pt x="1338580" y="3355342"/>
                    <a:pt x="1342390" y="3357882"/>
                  </a:cubicBezTo>
                  <a:lnTo>
                    <a:pt x="1350010" y="3361692"/>
                  </a:lnTo>
                  <a:cubicBezTo>
                    <a:pt x="1352550" y="3364232"/>
                    <a:pt x="1355090" y="3366772"/>
                    <a:pt x="1358900" y="3369312"/>
                  </a:cubicBezTo>
                  <a:cubicBezTo>
                    <a:pt x="1362710" y="3370582"/>
                    <a:pt x="1363980" y="3375662"/>
                    <a:pt x="1369060" y="3374392"/>
                  </a:cubicBezTo>
                  <a:cubicBezTo>
                    <a:pt x="1371600" y="3374392"/>
                    <a:pt x="1374140" y="3375662"/>
                    <a:pt x="1376680" y="3376932"/>
                  </a:cubicBezTo>
                  <a:cubicBezTo>
                    <a:pt x="1380490" y="3379472"/>
                    <a:pt x="1381760" y="3382012"/>
                    <a:pt x="1386840" y="3382012"/>
                  </a:cubicBezTo>
                  <a:cubicBezTo>
                    <a:pt x="1389380" y="3382012"/>
                    <a:pt x="1391920" y="3384552"/>
                    <a:pt x="1393190" y="3385822"/>
                  </a:cubicBezTo>
                  <a:cubicBezTo>
                    <a:pt x="1399540" y="3388362"/>
                    <a:pt x="1405890" y="3388362"/>
                    <a:pt x="1409700" y="3380742"/>
                  </a:cubicBezTo>
                  <a:lnTo>
                    <a:pt x="1410970" y="3379472"/>
                  </a:lnTo>
                  <a:cubicBezTo>
                    <a:pt x="1416050" y="3382012"/>
                    <a:pt x="1416050" y="3376932"/>
                    <a:pt x="1417320" y="3374392"/>
                  </a:cubicBezTo>
                  <a:cubicBezTo>
                    <a:pt x="1418590" y="3373122"/>
                    <a:pt x="1421130" y="3371852"/>
                    <a:pt x="1422400" y="3370582"/>
                  </a:cubicBezTo>
                  <a:cubicBezTo>
                    <a:pt x="1424940" y="3368042"/>
                    <a:pt x="1427480" y="3366772"/>
                    <a:pt x="1431290" y="3364232"/>
                  </a:cubicBezTo>
                  <a:cubicBezTo>
                    <a:pt x="1432560" y="3362962"/>
                    <a:pt x="1435100" y="3361692"/>
                    <a:pt x="1436370" y="3361692"/>
                  </a:cubicBezTo>
                  <a:cubicBezTo>
                    <a:pt x="1442720" y="3361692"/>
                    <a:pt x="1446530" y="3359152"/>
                    <a:pt x="1451610" y="3354072"/>
                  </a:cubicBezTo>
                  <a:cubicBezTo>
                    <a:pt x="1455420" y="3350262"/>
                    <a:pt x="1461770" y="3347722"/>
                    <a:pt x="1466850" y="3345182"/>
                  </a:cubicBezTo>
                  <a:cubicBezTo>
                    <a:pt x="1471930" y="3342642"/>
                    <a:pt x="1477010" y="3340102"/>
                    <a:pt x="1483360" y="3338832"/>
                  </a:cubicBezTo>
                  <a:cubicBezTo>
                    <a:pt x="1487170" y="3337562"/>
                    <a:pt x="1490980" y="3337562"/>
                    <a:pt x="1494790" y="3337562"/>
                  </a:cubicBezTo>
                  <a:lnTo>
                    <a:pt x="1497330" y="3337562"/>
                  </a:lnTo>
                  <a:cubicBezTo>
                    <a:pt x="1502410" y="3335021"/>
                    <a:pt x="1507490" y="3331212"/>
                    <a:pt x="1513840" y="3328671"/>
                  </a:cubicBezTo>
                  <a:lnTo>
                    <a:pt x="1517650" y="3328671"/>
                  </a:lnTo>
                  <a:cubicBezTo>
                    <a:pt x="1524000" y="3331212"/>
                    <a:pt x="1530350" y="3331212"/>
                    <a:pt x="1536700" y="3326131"/>
                  </a:cubicBezTo>
                  <a:cubicBezTo>
                    <a:pt x="1537970" y="3324861"/>
                    <a:pt x="1540510" y="3323591"/>
                    <a:pt x="1541780" y="3322321"/>
                  </a:cubicBezTo>
                  <a:cubicBezTo>
                    <a:pt x="1548130" y="3324862"/>
                    <a:pt x="1554480" y="3329942"/>
                    <a:pt x="1562100" y="3329942"/>
                  </a:cubicBezTo>
                  <a:cubicBezTo>
                    <a:pt x="1564640" y="3329942"/>
                    <a:pt x="1568450" y="3328671"/>
                    <a:pt x="1570990" y="3327401"/>
                  </a:cubicBezTo>
                  <a:cubicBezTo>
                    <a:pt x="1576070" y="3327401"/>
                    <a:pt x="1581150" y="3327401"/>
                    <a:pt x="1584960" y="3326131"/>
                  </a:cubicBezTo>
                  <a:cubicBezTo>
                    <a:pt x="1590040" y="3324861"/>
                    <a:pt x="1596390" y="3326131"/>
                    <a:pt x="1601470" y="3323591"/>
                  </a:cubicBezTo>
                  <a:cubicBezTo>
                    <a:pt x="1604010" y="3317241"/>
                    <a:pt x="1605280" y="3317241"/>
                    <a:pt x="1611630" y="3318511"/>
                  </a:cubicBezTo>
                  <a:cubicBezTo>
                    <a:pt x="1619250" y="3319781"/>
                    <a:pt x="1624330" y="3318511"/>
                    <a:pt x="1629410" y="3312161"/>
                  </a:cubicBezTo>
                  <a:cubicBezTo>
                    <a:pt x="1631950" y="3308351"/>
                    <a:pt x="1638300" y="3308351"/>
                    <a:pt x="1642110" y="3305811"/>
                  </a:cubicBezTo>
                  <a:cubicBezTo>
                    <a:pt x="1643380" y="3305811"/>
                    <a:pt x="1644650" y="3304541"/>
                    <a:pt x="1645920" y="3304541"/>
                  </a:cubicBezTo>
                  <a:cubicBezTo>
                    <a:pt x="1648460" y="3303271"/>
                    <a:pt x="1649730" y="3303271"/>
                    <a:pt x="1652270" y="3302001"/>
                  </a:cubicBezTo>
                  <a:cubicBezTo>
                    <a:pt x="1658620" y="3299461"/>
                    <a:pt x="1664970" y="3298191"/>
                    <a:pt x="1671320" y="3294381"/>
                  </a:cubicBezTo>
                  <a:cubicBezTo>
                    <a:pt x="1677670" y="3290571"/>
                    <a:pt x="1682750" y="3288031"/>
                    <a:pt x="1689100" y="3293111"/>
                  </a:cubicBezTo>
                  <a:lnTo>
                    <a:pt x="1691640" y="3293111"/>
                  </a:lnTo>
                  <a:cubicBezTo>
                    <a:pt x="1694180" y="3291841"/>
                    <a:pt x="1695450" y="3291841"/>
                    <a:pt x="1697990" y="3290571"/>
                  </a:cubicBezTo>
                  <a:cubicBezTo>
                    <a:pt x="1697990" y="3286761"/>
                    <a:pt x="1697990" y="3281681"/>
                    <a:pt x="1703070" y="3277871"/>
                  </a:cubicBezTo>
                  <a:cubicBezTo>
                    <a:pt x="1704340" y="3276601"/>
                    <a:pt x="1704340" y="3274061"/>
                    <a:pt x="1706880" y="3272791"/>
                  </a:cubicBezTo>
                  <a:cubicBezTo>
                    <a:pt x="1709420" y="3270251"/>
                    <a:pt x="1713230" y="3270251"/>
                    <a:pt x="1715770" y="3271521"/>
                  </a:cubicBezTo>
                  <a:cubicBezTo>
                    <a:pt x="1717040" y="3272791"/>
                    <a:pt x="1719580" y="3271521"/>
                    <a:pt x="1720849" y="3271521"/>
                  </a:cubicBezTo>
                  <a:cubicBezTo>
                    <a:pt x="1728470" y="3270251"/>
                    <a:pt x="1737360" y="3270251"/>
                    <a:pt x="1744979" y="3268981"/>
                  </a:cubicBezTo>
                  <a:cubicBezTo>
                    <a:pt x="1752599" y="3267710"/>
                    <a:pt x="1760219" y="3266440"/>
                    <a:pt x="1767839" y="3263901"/>
                  </a:cubicBezTo>
                  <a:cubicBezTo>
                    <a:pt x="1772919" y="3261360"/>
                    <a:pt x="1777999" y="3262631"/>
                    <a:pt x="1783079" y="3262631"/>
                  </a:cubicBezTo>
                  <a:cubicBezTo>
                    <a:pt x="1793239" y="3263901"/>
                    <a:pt x="1802129" y="3263901"/>
                    <a:pt x="1811019" y="3258821"/>
                  </a:cubicBezTo>
                  <a:lnTo>
                    <a:pt x="1808479" y="3256281"/>
                  </a:lnTo>
                  <a:cubicBezTo>
                    <a:pt x="1811019" y="3255010"/>
                    <a:pt x="1813559" y="3255010"/>
                    <a:pt x="1817369" y="3255010"/>
                  </a:cubicBezTo>
                  <a:cubicBezTo>
                    <a:pt x="1819909" y="3258820"/>
                    <a:pt x="1823719" y="3256281"/>
                    <a:pt x="1826259" y="3253740"/>
                  </a:cubicBezTo>
                  <a:cubicBezTo>
                    <a:pt x="1830069" y="3249930"/>
                    <a:pt x="1833879" y="3251200"/>
                    <a:pt x="1838959" y="3251200"/>
                  </a:cubicBezTo>
                  <a:cubicBezTo>
                    <a:pt x="1844039" y="3252470"/>
                    <a:pt x="1850389" y="3249930"/>
                    <a:pt x="1856739" y="3248660"/>
                  </a:cubicBezTo>
                  <a:cubicBezTo>
                    <a:pt x="1858009" y="3248660"/>
                    <a:pt x="1859279" y="3246120"/>
                    <a:pt x="1859279" y="3244850"/>
                  </a:cubicBezTo>
                  <a:cubicBezTo>
                    <a:pt x="1861819" y="3244850"/>
                    <a:pt x="1864359" y="3243580"/>
                    <a:pt x="1868169" y="3243580"/>
                  </a:cubicBezTo>
                  <a:lnTo>
                    <a:pt x="1873249" y="3243580"/>
                  </a:lnTo>
                  <a:cubicBezTo>
                    <a:pt x="1878329" y="3246120"/>
                    <a:pt x="1883409" y="3246120"/>
                    <a:pt x="1888489" y="3243580"/>
                  </a:cubicBezTo>
                  <a:cubicBezTo>
                    <a:pt x="1889759" y="3242310"/>
                    <a:pt x="1892299" y="3242310"/>
                    <a:pt x="1893569" y="3242310"/>
                  </a:cubicBezTo>
                  <a:cubicBezTo>
                    <a:pt x="1897379" y="3241040"/>
                    <a:pt x="1901189" y="3242310"/>
                    <a:pt x="1903729" y="3238500"/>
                  </a:cubicBezTo>
                  <a:cubicBezTo>
                    <a:pt x="1904999" y="3237230"/>
                    <a:pt x="1907539" y="3238500"/>
                    <a:pt x="1910079" y="3237230"/>
                  </a:cubicBezTo>
                  <a:lnTo>
                    <a:pt x="1946910" y="3237230"/>
                  </a:lnTo>
                  <a:cubicBezTo>
                    <a:pt x="1951990" y="3237230"/>
                    <a:pt x="1958340" y="3238500"/>
                    <a:pt x="1963420" y="3239770"/>
                  </a:cubicBezTo>
                  <a:cubicBezTo>
                    <a:pt x="1969770" y="3241040"/>
                    <a:pt x="1974850" y="3239770"/>
                    <a:pt x="1979930" y="3238500"/>
                  </a:cubicBezTo>
                  <a:lnTo>
                    <a:pt x="1988820" y="3238500"/>
                  </a:lnTo>
                  <a:cubicBezTo>
                    <a:pt x="1992630" y="3238500"/>
                    <a:pt x="1996440" y="3239770"/>
                    <a:pt x="2000250" y="3238500"/>
                  </a:cubicBezTo>
                  <a:cubicBezTo>
                    <a:pt x="2002790" y="3238500"/>
                    <a:pt x="2004060" y="3235960"/>
                    <a:pt x="2005330" y="3233420"/>
                  </a:cubicBezTo>
                  <a:cubicBezTo>
                    <a:pt x="2007870" y="3229610"/>
                    <a:pt x="2011680" y="3228340"/>
                    <a:pt x="2016760" y="3228340"/>
                  </a:cubicBezTo>
                  <a:cubicBezTo>
                    <a:pt x="2020570" y="3228340"/>
                    <a:pt x="2024380" y="3227070"/>
                    <a:pt x="2028190" y="3225800"/>
                  </a:cubicBezTo>
                  <a:lnTo>
                    <a:pt x="2030730" y="3225800"/>
                  </a:lnTo>
                  <a:cubicBezTo>
                    <a:pt x="2035810" y="3233420"/>
                    <a:pt x="2043430" y="3228340"/>
                    <a:pt x="2049780" y="3229610"/>
                  </a:cubicBezTo>
                  <a:lnTo>
                    <a:pt x="2052320" y="3229610"/>
                  </a:lnTo>
                  <a:cubicBezTo>
                    <a:pt x="2057399" y="3232150"/>
                    <a:pt x="2063749" y="3234690"/>
                    <a:pt x="2068830" y="3235960"/>
                  </a:cubicBezTo>
                  <a:cubicBezTo>
                    <a:pt x="2075180" y="3237230"/>
                    <a:pt x="2080260" y="3243580"/>
                    <a:pt x="2085340" y="3243580"/>
                  </a:cubicBezTo>
                  <a:cubicBezTo>
                    <a:pt x="2094230" y="3243580"/>
                    <a:pt x="2101850" y="3249930"/>
                    <a:pt x="2109470" y="3251200"/>
                  </a:cubicBezTo>
                  <a:cubicBezTo>
                    <a:pt x="2115820" y="3252470"/>
                    <a:pt x="2122170" y="3255010"/>
                    <a:pt x="2128520" y="3257550"/>
                  </a:cubicBezTo>
                  <a:cubicBezTo>
                    <a:pt x="2131060" y="3258820"/>
                    <a:pt x="2134870" y="3257550"/>
                    <a:pt x="2137410" y="3257550"/>
                  </a:cubicBezTo>
                  <a:cubicBezTo>
                    <a:pt x="2145030" y="3258820"/>
                    <a:pt x="2152649" y="3258820"/>
                    <a:pt x="2160270" y="3260090"/>
                  </a:cubicBezTo>
                  <a:lnTo>
                    <a:pt x="2161540" y="3260090"/>
                  </a:lnTo>
                  <a:cubicBezTo>
                    <a:pt x="2170430" y="3258820"/>
                    <a:pt x="2179320" y="3261360"/>
                    <a:pt x="2188210" y="3261360"/>
                  </a:cubicBezTo>
                  <a:cubicBezTo>
                    <a:pt x="2189480" y="3035300"/>
                    <a:pt x="2183130" y="2809240"/>
                    <a:pt x="2175510" y="2583181"/>
                  </a:cubicBezTo>
                  <a:cubicBezTo>
                    <a:pt x="2167890" y="2368551"/>
                    <a:pt x="2160270" y="2153920"/>
                    <a:pt x="2159000" y="1939291"/>
                  </a:cubicBezTo>
                  <a:cubicBezTo>
                    <a:pt x="2159000" y="1831341"/>
                    <a:pt x="2160270" y="1724661"/>
                    <a:pt x="2162810" y="1616711"/>
                  </a:cubicBezTo>
                  <a:cubicBezTo>
                    <a:pt x="2166620" y="1508761"/>
                    <a:pt x="2174240" y="1400811"/>
                    <a:pt x="2179320" y="1292861"/>
                  </a:cubicBezTo>
                  <a:cubicBezTo>
                    <a:pt x="2194560" y="951231"/>
                    <a:pt x="2185670" y="608331"/>
                    <a:pt x="2180590" y="266701"/>
                  </a:cubicBezTo>
                  <a:cubicBezTo>
                    <a:pt x="2176780" y="265431"/>
                    <a:pt x="2174240" y="264161"/>
                    <a:pt x="2171700" y="262891"/>
                  </a:cubicBezTo>
                  <a:cubicBezTo>
                    <a:pt x="2167890" y="260351"/>
                    <a:pt x="2164080" y="259081"/>
                    <a:pt x="2159000" y="260351"/>
                  </a:cubicBezTo>
                  <a:lnTo>
                    <a:pt x="2151380" y="260351"/>
                  </a:lnTo>
                  <a:cubicBezTo>
                    <a:pt x="2147570" y="260351"/>
                    <a:pt x="2142490" y="260351"/>
                    <a:pt x="2139950" y="265431"/>
                  </a:cubicBezTo>
                  <a:cubicBezTo>
                    <a:pt x="2139950" y="265431"/>
                    <a:pt x="2138680" y="266701"/>
                    <a:pt x="2137410" y="266701"/>
                  </a:cubicBezTo>
                  <a:lnTo>
                    <a:pt x="2132330" y="266701"/>
                  </a:lnTo>
                  <a:cubicBezTo>
                    <a:pt x="2131060" y="264161"/>
                    <a:pt x="2133600" y="259081"/>
                    <a:pt x="2127250" y="260351"/>
                  </a:cubicBezTo>
                  <a:cubicBezTo>
                    <a:pt x="2124710" y="260351"/>
                    <a:pt x="2120900" y="261621"/>
                    <a:pt x="2118360" y="261621"/>
                  </a:cubicBezTo>
                  <a:lnTo>
                    <a:pt x="2099310" y="261621"/>
                  </a:lnTo>
                  <a:cubicBezTo>
                    <a:pt x="2098040" y="259081"/>
                    <a:pt x="2096770" y="256541"/>
                    <a:pt x="2094230" y="252731"/>
                  </a:cubicBezTo>
                  <a:cubicBezTo>
                    <a:pt x="2092960" y="250191"/>
                    <a:pt x="2091690" y="248921"/>
                    <a:pt x="2087880" y="251461"/>
                  </a:cubicBezTo>
                  <a:cubicBezTo>
                    <a:pt x="2085340" y="252731"/>
                    <a:pt x="2084070" y="252731"/>
                    <a:pt x="2082800" y="250191"/>
                  </a:cubicBezTo>
                  <a:cubicBezTo>
                    <a:pt x="2078990" y="243841"/>
                    <a:pt x="2075180" y="238761"/>
                    <a:pt x="2067560" y="237491"/>
                  </a:cubicBezTo>
                  <a:cubicBezTo>
                    <a:pt x="2066290" y="237491"/>
                    <a:pt x="2065020" y="234950"/>
                    <a:pt x="2063750" y="233681"/>
                  </a:cubicBezTo>
                  <a:cubicBezTo>
                    <a:pt x="2061210" y="231141"/>
                    <a:pt x="2059940" y="228601"/>
                    <a:pt x="2056130" y="228601"/>
                  </a:cubicBezTo>
                  <a:cubicBezTo>
                    <a:pt x="2054860" y="228601"/>
                    <a:pt x="2052320" y="226061"/>
                    <a:pt x="2052320" y="224791"/>
                  </a:cubicBezTo>
                  <a:cubicBezTo>
                    <a:pt x="2051050" y="219711"/>
                    <a:pt x="2051050" y="215901"/>
                    <a:pt x="2051050" y="210821"/>
                  </a:cubicBezTo>
                  <a:cubicBezTo>
                    <a:pt x="2049780" y="205741"/>
                    <a:pt x="2047240" y="200661"/>
                    <a:pt x="2043430" y="198121"/>
                  </a:cubicBezTo>
                  <a:cubicBezTo>
                    <a:pt x="2037080" y="194311"/>
                    <a:pt x="2032000" y="189231"/>
                    <a:pt x="2025650" y="185421"/>
                  </a:cubicBezTo>
                  <a:cubicBezTo>
                    <a:pt x="2024380" y="184151"/>
                    <a:pt x="2021840" y="182881"/>
                    <a:pt x="2019300" y="182881"/>
                  </a:cubicBezTo>
                  <a:cubicBezTo>
                    <a:pt x="2015490" y="181611"/>
                    <a:pt x="2011680" y="180341"/>
                    <a:pt x="2007870" y="180341"/>
                  </a:cubicBezTo>
                  <a:cubicBezTo>
                    <a:pt x="2004060" y="180341"/>
                    <a:pt x="1998980" y="180341"/>
                    <a:pt x="1995170" y="182881"/>
                  </a:cubicBezTo>
                  <a:cubicBezTo>
                    <a:pt x="1987550" y="186691"/>
                    <a:pt x="1981200" y="181611"/>
                    <a:pt x="1974850" y="181611"/>
                  </a:cubicBezTo>
                  <a:cubicBezTo>
                    <a:pt x="1968500" y="180341"/>
                    <a:pt x="1962150" y="177801"/>
                    <a:pt x="1957070" y="176531"/>
                  </a:cubicBezTo>
                  <a:lnTo>
                    <a:pt x="1940560" y="176531"/>
                  </a:lnTo>
                  <a:cubicBezTo>
                    <a:pt x="1926590" y="179071"/>
                    <a:pt x="1915160" y="171451"/>
                    <a:pt x="1901190" y="170181"/>
                  </a:cubicBezTo>
                  <a:cubicBezTo>
                    <a:pt x="1897380" y="170181"/>
                    <a:pt x="1893570" y="166371"/>
                    <a:pt x="1889760" y="163831"/>
                  </a:cubicBezTo>
                  <a:cubicBezTo>
                    <a:pt x="1887220" y="161291"/>
                    <a:pt x="1884680" y="161291"/>
                    <a:pt x="1880870" y="162561"/>
                  </a:cubicBezTo>
                  <a:cubicBezTo>
                    <a:pt x="1875790" y="163831"/>
                    <a:pt x="1870710" y="162561"/>
                    <a:pt x="1865630" y="163831"/>
                  </a:cubicBezTo>
                  <a:cubicBezTo>
                    <a:pt x="1858010" y="166371"/>
                    <a:pt x="1851660" y="160021"/>
                    <a:pt x="1844040" y="160021"/>
                  </a:cubicBezTo>
                  <a:cubicBezTo>
                    <a:pt x="1837690" y="161291"/>
                    <a:pt x="1831340" y="161291"/>
                    <a:pt x="1824990" y="162561"/>
                  </a:cubicBezTo>
                  <a:lnTo>
                    <a:pt x="1809750" y="166371"/>
                  </a:lnTo>
                  <a:cubicBezTo>
                    <a:pt x="1799590" y="171451"/>
                    <a:pt x="1791970" y="165101"/>
                    <a:pt x="1783080" y="162561"/>
                  </a:cubicBezTo>
                  <a:cubicBezTo>
                    <a:pt x="1776730" y="161291"/>
                    <a:pt x="1772920" y="158751"/>
                    <a:pt x="1767840" y="154941"/>
                  </a:cubicBezTo>
                  <a:cubicBezTo>
                    <a:pt x="1762760" y="151131"/>
                    <a:pt x="1757680" y="154941"/>
                    <a:pt x="1753870" y="154941"/>
                  </a:cubicBezTo>
                  <a:cubicBezTo>
                    <a:pt x="1750060" y="154941"/>
                    <a:pt x="1747520" y="158751"/>
                    <a:pt x="1744980" y="160021"/>
                  </a:cubicBezTo>
                  <a:cubicBezTo>
                    <a:pt x="1741170" y="161291"/>
                    <a:pt x="1737360" y="161291"/>
                    <a:pt x="1733550" y="161291"/>
                  </a:cubicBezTo>
                  <a:cubicBezTo>
                    <a:pt x="1729740" y="161291"/>
                    <a:pt x="1724660" y="160021"/>
                    <a:pt x="1720850" y="161291"/>
                  </a:cubicBezTo>
                  <a:cubicBezTo>
                    <a:pt x="1714500" y="163831"/>
                    <a:pt x="1709420" y="167641"/>
                    <a:pt x="1704340" y="170181"/>
                  </a:cubicBezTo>
                  <a:cubicBezTo>
                    <a:pt x="1703070" y="171451"/>
                    <a:pt x="1701800" y="172721"/>
                    <a:pt x="1700530" y="172721"/>
                  </a:cubicBezTo>
                  <a:cubicBezTo>
                    <a:pt x="1691640" y="177801"/>
                    <a:pt x="1681480" y="179071"/>
                    <a:pt x="1670050" y="179071"/>
                  </a:cubicBezTo>
                  <a:cubicBezTo>
                    <a:pt x="1663700" y="179071"/>
                    <a:pt x="1657350" y="179071"/>
                    <a:pt x="1651000" y="177801"/>
                  </a:cubicBezTo>
                  <a:cubicBezTo>
                    <a:pt x="1647190" y="177801"/>
                    <a:pt x="1644650" y="173991"/>
                    <a:pt x="1642110" y="173991"/>
                  </a:cubicBezTo>
                  <a:cubicBezTo>
                    <a:pt x="1633220" y="172720"/>
                    <a:pt x="1625600" y="172720"/>
                    <a:pt x="1616710" y="172720"/>
                  </a:cubicBezTo>
                  <a:cubicBezTo>
                    <a:pt x="1615440" y="172720"/>
                    <a:pt x="1614170" y="173991"/>
                    <a:pt x="1612900" y="173991"/>
                  </a:cubicBezTo>
                  <a:cubicBezTo>
                    <a:pt x="1607820" y="176530"/>
                    <a:pt x="1602740" y="180341"/>
                    <a:pt x="1597660" y="182880"/>
                  </a:cubicBezTo>
                  <a:cubicBezTo>
                    <a:pt x="1588770" y="185420"/>
                    <a:pt x="1579880" y="187960"/>
                    <a:pt x="1570990" y="189230"/>
                  </a:cubicBezTo>
                  <a:lnTo>
                    <a:pt x="1567180" y="189230"/>
                  </a:lnTo>
                  <a:cubicBezTo>
                    <a:pt x="1559560" y="185420"/>
                    <a:pt x="1553210" y="189230"/>
                    <a:pt x="1545590" y="190501"/>
                  </a:cubicBezTo>
                  <a:cubicBezTo>
                    <a:pt x="1537970" y="193041"/>
                    <a:pt x="1530350" y="196851"/>
                    <a:pt x="1522730" y="199391"/>
                  </a:cubicBezTo>
                  <a:cubicBezTo>
                    <a:pt x="1520190" y="200661"/>
                    <a:pt x="1517650" y="199391"/>
                    <a:pt x="1515110" y="198120"/>
                  </a:cubicBezTo>
                  <a:cubicBezTo>
                    <a:pt x="1511300" y="196850"/>
                    <a:pt x="1508760" y="196850"/>
                    <a:pt x="1506220" y="199391"/>
                  </a:cubicBezTo>
                  <a:cubicBezTo>
                    <a:pt x="1504950" y="200661"/>
                    <a:pt x="1503680" y="200661"/>
                    <a:pt x="1502410" y="200661"/>
                  </a:cubicBezTo>
                  <a:cubicBezTo>
                    <a:pt x="1498600" y="201931"/>
                    <a:pt x="1494790" y="201931"/>
                    <a:pt x="1492250" y="203201"/>
                  </a:cubicBezTo>
                  <a:cubicBezTo>
                    <a:pt x="1487170" y="207011"/>
                    <a:pt x="1482090" y="205741"/>
                    <a:pt x="1477010" y="208281"/>
                  </a:cubicBezTo>
                  <a:cubicBezTo>
                    <a:pt x="1471930" y="210821"/>
                    <a:pt x="1466850" y="210821"/>
                    <a:pt x="1463040" y="214631"/>
                  </a:cubicBezTo>
                  <a:cubicBezTo>
                    <a:pt x="1461770" y="215901"/>
                    <a:pt x="1459230" y="215901"/>
                    <a:pt x="1456690" y="215901"/>
                  </a:cubicBezTo>
                  <a:cubicBezTo>
                    <a:pt x="1450340" y="217171"/>
                    <a:pt x="1445260" y="220981"/>
                    <a:pt x="1441450" y="226061"/>
                  </a:cubicBezTo>
                  <a:cubicBezTo>
                    <a:pt x="1436370" y="231141"/>
                    <a:pt x="1431290" y="234951"/>
                    <a:pt x="1426210" y="238761"/>
                  </a:cubicBezTo>
                  <a:cubicBezTo>
                    <a:pt x="1424940" y="240031"/>
                    <a:pt x="1421130" y="240031"/>
                    <a:pt x="1419860" y="240031"/>
                  </a:cubicBezTo>
                  <a:cubicBezTo>
                    <a:pt x="1414780" y="240031"/>
                    <a:pt x="1409700" y="238761"/>
                    <a:pt x="1405890" y="237491"/>
                  </a:cubicBezTo>
                  <a:cubicBezTo>
                    <a:pt x="1403350" y="237491"/>
                    <a:pt x="1402080" y="236220"/>
                    <a:pt x="1399540" y="236220"/>
                  </a:cubicBezTo>
                  <a:cubicBezTo>
                    <a:pt x="1391920" y="240030"/>
                    <a:pt x="1383030" y="237491"/>
                    <a:pt x="1375410" y="237491"/>
                  </a:cubicBezTo>
                  <a:cubicBezTo>
                    <a:pt x="1374140" y="237491"/>
                    <a:pt x="1371600" y="236220"/>
                    <a:pt x="1370330" y="234950"/>
                  </a:cubicBezTo>
                  <a:cubicBezTo>
                    <a:pt x="1365250" y="231141"/>
                    <a:pt x="1360170" y="231141"/>
                    <a:pt x="1355090" y="233680"/>
                  </a:cubicBezTo>
                  <a:cubicBezTo>
                    <a:pt x="1351280" y="234950"/>
                    <a:pt x="1347470" y="234950"/>
                    <a:pt x="1344930" y="232410"/>
                  </a:cubicBezTo>
                  <a:cubicBezTo>
                    <a:pt x="1339850" y="228600"/>
                    <a:pt x="1333500" y="226060"/>
                    <a:pt x="1327150" y="224790"/>
                  </a:cubicBezTo>
                  <a:cubicBezTo>
                    <a:pt x="1322070" y="223520"/>
                    <a:pt x="1316990" y="220980"/>
                    <a:pt x="1311910" y="218440"/>
                  </a:cubicBezTo>
                  <a:cubicBezTo>
                    <a:pt x="1309370" y="217170"/>
                    <a:pt x="1306830" y="218440"/>
                    <a:pt x="1304290" y="218440"/>
                  </a:cubicBezTo>
                  <a:cubicBezTo>
                    <a:pt x="1301750" y="218440"/>
                    <a:pt x="1300480" y="219710"/>
                    <a:pt x="1297940" y="219710"/>
                  </a:cubicBezTo>
                  <a:cubicBezTo>
                    <a:pt x="1290320" y="220980"/>
                    <a:pt x="1282700" y="223520"/>
                    <a:pt x="1276350" y="222250"/>
                  </a:cubicBezTo>
                  <a:cubicBezTo>
                    <a:pt x="1267461" y="219710"/>
                    <a:pt x="1258570" y="220980"/>
                    <a:pt x="1250950" y="215900"/>
                  </a:cubicBezTo>
                  <a:cubicBezTo>
                    <a:pt x="1247140" y="213360"/>
                    <a:pt x="1245870" y="215900"/>
                    <a:pt x="1243330" y="215900"/>
                  </a:cubicBezTo>
                  <a:cubicBezTo>
                    <a:pt x="1242061" y="215900"/>
                    <a:pt x="1240791" y="215900"/>
                    <a:pt x="1238250" y="217170"/>
                  </a:cubicBezTo>
                  <a:cubicBezTo>
                    <a:pt x="1236980" y="220980"/>
                    <a:pt x="1231900" y="223520"/>
                    <a:pt x="1225550" y="220980"/>
                  </a:cubicBezTo>
                  <a:cubicBezTo>
                    <a:pt x="1221740" y="219710"/>
                    <a:pt x="1219200" y="219710"/>
                    <a:pt x="1215390" y="220980"/>
                  </a:cubicBezTo>
                  <a:cubicBezTo>
                    <a:pt x="1211580" y="222250"/>
                    <a:pt x="1207770" y="222250"/>
                    <a:pt x="1202690" y="223520"/>
                  </a:cubicBezTo>
                  <a:lnTo>
                    <a:pt x="1201420" y="223520"/>
                  </a:lnTo>
                  <a:cubicBezTo>
                    <a:pt x="1191260" y="229870"/>
                    <a:pt x="1181100" y="224791"/>
                    <a:pt x="1169670" y="224791"/>
                  </a:cubicBezTo>
                  <a:lnTo>
                    <a:pt x="1163320" y="224791"/>
                  </a:lnTo>
                  <a:cubicBezTo>
                    <a:pt x="1155700" y="226061"/>
                    <a:pt x="1151890" y="219711"/>
                    <a:pt x="1146810" y="215900"/>
                  </a:cubicBezTo>
                  <a:cubicBezTo>
                    <a:pt x="1141730" y="212090"/>
                    <a:pt x="1136650" y="207010"/>
                    <a:pt x="1131570" y="204470"/>
                  </a:cubicBezTo>
                  <a:cubicBezTo>
                    <a:pt x="1130300" y="203200"/>
                    <a:pt x="1126490" y="204470"/>
                    <a:pt x="1123950" y="204470"/>
                  </a:cubicBezTo>
                  <a:lnTo>
                    <a:pt x="1112520" y="204470"/>
                  </a:lnTo>
                  <a:lnTo>
                    <a:pt x="1111250" y="203200"/>
                  </a:lnTo>
                  <a:cubicBezTo>
                    <a:pt x="1102361" y="205741"/>
                    <a:pt x="1097280" y="200660"/>
                    <a:pt x="1090930" y="195580"/>
                  </a:cubicBezTo>
                  <a:cubicBezTo>
                    <a:pt x="1087120" y="193040"/>
                    <a:pt x="1082041" y="190500"/>
                    <a:pt x="1078230" y="189230"/>
                  </a:cubicBezTo>
                  <a:cubicBezTo>
                    <a:pt x="1073150" y="186690"/>
                    <a:pt x="1066800" y="185420"/>
                    <a:pt x="1064261" y="179070"/>
                  </a:cubicBezTo>
                  <a:cubicBezTo>
                    <a:pt x="1062991" y="176530"/>
                    <a:pt x="1060450" y="176530"/>
                    <a:pt x="1059180" y="173990"/>
                  </a:cubicBezTo>
                  <a:cubicBezTo>
                    <a:pt x="1057911" y="171450"/>
                    <a:pt x="1056641" y="168910"/>
                    <a:pt x="1056641" y="167640"/>
                  </a:cubicBezTo>
                  <a:cubicBezTo>
                    <a:pt x="1056641" y="165100"/>
                    <a:pt x="1057911" y="162560"/>
                    <a:pt x="1059180" y="160020"/>
                  </a:cubicBezTo>
                  <a:cubicBezTo>
                    <a:pt x="1060450" y="156210"/>
                    <a:pt x="1057911" y="152400"/>
                    <a:pt x="1054100" y="149860"/>
                  </a:cubicBezTo>
                  <a:cubicBezTo>
                    <a:pt x="1052830" y="148590"/>
                    <a:pt x="1050290" y="148590"/>
                    <a:pt x="1050290" y="147320"/>
                  </a:cubicBezTo>
                  <a:cubicBezTo>
                    <a:pt x="1047750" y="139700"/>
                    <a:pt x="1041400" y="137160"/>
                    <a:pt x="1036320" y="130810"/>
                  </a:cubicBezTo>
                  <a:cubicBezTo>
                    <a:pt x="1032510" y="127000"/>
                    <a:pt x="1029970" y="121920"/>
                    <a:pt x="1027430" y="116840"/>
                  </a:cubicBezTo>
                  <a:cubicBezTo>
                    <a:pt x="1024891" y="114300"/>
                    <a:pt x="1023620" y="111760"/>
                    <a:pt x="1019811" y="109220"/>
                  </a:cubicBezTo>
                  <a:cubicBezTo>
                    <a:pt x="1010921" y="105410"/>
                    <a:pt x="1002030" y="101600"/>
                    <a:pt x="993141" y="96520"/>
                  </a:cubicBezTo>
                  <a:cubicBezTo>
                    <a:pt x="993141" y="106680"/>
                    <a:pt x="990601" y="104140"/>
                    <a:pt x="989330" y="101600"/>
                  </a:cubicBezTo>
                  <a:cubicBezTo>
                    <a:pt x="989330" y="97790"/>
                    <a:pt x="986791" y="96520"/>
                    <a:pt x="982980" y="96520"/>
                  </a:cubicBezTo>
                  <a:cubicBezTo>
                    <a:pt x="982980" y="96520"/>
                    <a:pt x="981711" y="96520"/>
                    <a:pt x="981711" y="95250"/>
                  </a:cubicBezTo>
                  <a:cubicBezTo>
                    <a:pt x="980441" y="87630"/>
                    <a:pt x="974091" y="90170"/>
                    <a:pt x="970280" y="88900"/>
                  </a:cubicBezTo>
                  <a:cubicBezTo>
                    <a:pt x="967741" y="87630"/>
                    <a:pt x="965200" y="86360"/>
                    <a:pt x="962661" y="87630"/>
                  </a:cubicBezTo>
                  <a:cubicBezTo>
                    <a:pt x="957580" y="88900"/>
                    <a:pt x="953771" y="85090"/>
                    <a:pt x="948691" y="83820"/>
                  </a:cubicBezTo>
                  <a:cubicBezTo>
                    <a:pt x="947421" y="83820"/>
                    <a:pt x="946151" y="83820"/>
                    <a:pt x="944880" y="85090"/>
                  </a:cubicBezTo>
                  <a:cubicBezTo>
                    <a:pt x="942341" y="87630"/>
                    <a:pt x="939800" y="87630"/>
                    <a:pt x="935991" y="85090"/>
                  </a:cubicBezTo>
                  <a:cubicBezTo>
                    <a:pt x="930911" y="81280"/>
                    <a:pt x="925830" y="81280"/>
                    <a:pt x="919480" y="83820"/>
                  </a:cubicBezTo>
                  <a:cubicBezTo>
                    <a:pt x="916941" y="85090"/>
                    <a:pt x="914400" y="85090"/>
                    <a:pt x="911861" y="83820"/>
                  </a:cubicBezTo>
                  <a:cubicBezTo>
                    <a:pt x="906780" y="81280"/>
                    <a:pt x="901700" y="77470"/>
                    <a:pt x="895350" y="74930"/>
                  </a:cubicBezTo>
                  <a:cubicBezTo>
                    <a:pt x="894080" y="74930"/>
                    <a:pt x="892811" y="73660"/>
                    <a:pt x="891540" y="73660"/>
                  </a:cubicBezTo>
                  <a:cubicBezTo>
                    <a:pt x="883920" y="74930"/>
                    <a:pt x="877570" y="72390"/>
                    <a:pt x="869950" y="74930"/>
                  </a:cubicBezTo>
                  <a:cubicBezTo>
                    <a:pt x="866140" y="76200"/>
                    <a:pt x="861061" y="76200"/>
                    <a:pt x="858520" y="81280"/>
                  </a:cubicBezTo>
                  <a:cubicBezTo>
                    <a:pt x="857250" y="82550"/>
                    <a:pt x="853440" y="82550"/>
                    <a:pt x="850900" y="83820"/>
                  </a:cubicBezTo>
                  <a:cubicBezTo>
                    <a:pt x="844550" y="85090"/>
                    <a:pt x="838200" y="86360"/>
                    <a:pt x="831850" y="83820"/>
                  </a:cubicBezTo>
                  <a:cubicBezTo>
                    <a:pt x="826770" y="81280"/>
                    <a:pt x="820420" y="82550"/>
                    <a:pt x="815340" y="81280"/>
                  </a:cubicBezTo>
                  <a:cubicBezTo>
                    <a:pt x="811530" y="80010"/>
                    <a:pt x="808990" y="77470"/>
                    <a:pt x="806450" y="76200"/>
                  </a:cubicBezTo>
                  <a:cubicBezTo>
                    <a:pt x="805180" y="74930"/>
                    <a:pt x="803910" y="73660"/>
                    <a:pt x="802640" y="73660"/>
                  </a:cubicBezTo>
                  <a:cubicBezTo>
                    <a:pt x="795020" y="71120"/>
                    <a:pt x="788670" y="66040"/>
                    <a:pt x="784860" y="59690"/>
                  </a:cubicBezTo>
                  <a:cubicBezTo>
                    <a:pt x="782320" y="55880"/>
                    <a:pt x="778510" y="52070"/>
                    <a:pt x="775970" y="48260"/>
                  </a:cubicBezTo>
                  <a:cubicBezTo>
                    <a:pt x="767080" y="45720"/>
                    <a:pt x="768350" y="35560"/>
                    <a:pt x="763270" y="30480"/>
                  </a:cubicBezTo>
                  <a:cubicBezTo>
                    <a:pt x="759460" y="25400"/>
                    <a:pt x="755650" y="22860"/>
                    <a:pt x="749300" y="21590"/>
                  </a:cubicBezTo>
                  <a:lnTo>
                    <a:pt x="748030" y="21590"/>
                  </a:lnTo>
                  <a:cubicBezTo>
                    <a:pt x="741680" y="16510"/>
                    <a:pt x="735330" y="20320"/>
                    <a:pt x="727710" y="20320"/>
                  </a:cubicBezTo>
                  <a:cubicBezTo>
                    <a:pt x="725170" y="20320"/>
                    <a:pt x="721360" y="17780"/>
                    <a:pt x="718820" y="16510"/>
                  </a:cubicBezTo>
                  <a:cubicBezTo>
                    <a:pt x="717550" y="13970"/>
                    <a:pt x="716280" y="12700"/>
                    <a:pt x="715010" y="12700"/>
                  </a:cubicBezTo>
                  <a:cubicBezTo>
                    <a:pt x="707390" y="11430"/>
                    <a:pt x="701040" y="6350"/>
                    <a:pt x="694690" y="0"/>
                  </a:cubicBezTo>
                  <a:cubicBezTo>
                    <a:pt x="692150" y="1270"/>
                    <a:pt x="689610" y="2540"/>
                    <a:pt x="687070" y="2540"/>
                  </a:cubicBezTo>
                  <a:cubicBezTo>
                    <a:pt x="684530" y="3810"/>
                    <a:pt x="680720" y="3810"/>
                    <a:pt x="676910" y="3810"/>
                  </a:cubicBezTo>
                  <a:cubicBezTo>
                    <a:pt x="671830" y="2540"/>
                    <a:pt x="666750" y="3810"/>
                    <a:pt x="661670" y="7620"/>
                  </a:cubicBezTo>
                  <a:cubicBezTo>
                    <a:pt x="659130" y="8890"/>
                    <a:pt x="657860" y="10160"/>
                    <a:pt x="655320" y="11430"/>
                  </a:cubicBezTo>
                  <a:cubicBezTo>
                    <a:pt x="652780" y="12700"/>
                    <a:pt x="651510" y="15240"/>
                    <a:pt x="648970" y="16510"/>
                  </a:cubicBezTo>
                  <a:cubicBezTo>
                    <a:pt x="647700" y="17780"/>
                    <a:pt x="645160" y="17780"/>
                    <a:pt x="643890" y="19050"/>
                  </a:cubicBezTo>
                  <a:lnTo>
                    <a:pt x="636270" y="22860"/>
                  </a:lnTo>
                  <a:cubicBezTo>
                    <a:pt x="636270" y="22860"/>
                    <a:pt x="635000" y="24130"/>
                    <a:pt x="635000" y="22860"/>
                  </a:cubicBezTo>
                  <a:cubicBezTo>
                    <a:pt x="629920" y="20320"/>
                    <a:pt x="626110" y="25400"/>
                    <a:pt x="622300" y="27940"/>
                  </a:cubicBezTo>
                  <a:cubicBezTo>
                    <a:pt x="618490" y="30480"/>
                    <a:pt x="613410" y="30480"/>
                    <a:pt x="609600" y="33020"/>
                  </a:cubicBezTo>
                  <a:lnTo>
                    <a:pt x="608330" y="33020"/>
                  </a:lnTo>
                  <a:cubicBezTo>
                    <a:pt x="601980" y="34290"/>
                    <a:pt x="595630" y="36830"/>
                    <a:pt x="589280" y="38100"/>
                  </a:cubicBezTo>
                  <a:cubicBezTo>
                    <a:pt x="586740" y="38100"/>
                    <a:pt x="585470" y="39370"/>
                    <a:pt x="582930" y="40640"/>
                  </a:cubicBezTo>
                  <a:cubicBezTo>
                    <a:pt x="579120" y="41910"/>
                    <a:pt x="575310" y="44450"/>
                    <a:pt x="571500" y="45720"/>
                  </a:cubicBezTo>
                  <a:cubicBezTo>
                    <a:pt x="568960" y="46990"/>
                    <a:pt x="565150" y="48260"/>
                    <a:pt x="562610" y="49530"/>
                  </a:cubicBezTo>
                  <a:lnTo>
                    <a:pt x="558800" y="49530"/>
                  </a:lnTo>
                  <a:cubicBezTo>
                    <a:pt x="558800" y="49530"/>
                    <a:pt x="556260" y="49530"/>
                    <a:pt x="554990" y="52070"/>
                  </a:cubicBezTo>
                  <a:cubicBezTo>
                    <a:pt x="549910" y="49530"/>
                    <a:pt x="543560" y="48260"/>
                    <a:pt x="538480" y="45720"/>
                  </a:cubicBezTo>
                  <a:cubicBezTo>
                    <a:pt x="534670" y="44450"/>
                    <a:pt x="525780" y="46990"/>
                    <a:pt x="523240" y="50800"/>
                  </a:cubicBezTo>
                  <a:cubicBezTo>
                    <a:pt x="521970" y="52070"/>
                    <a:pt x="520700" y="53340"/>
                    <a:pt x="519430" y="53340"/>
                  </a:cubicBezTo>
                  <a:cubicBezTo>
                    <a:pt x="518160" y="53340"/>
                    <a:pt x="515620" y="52070"/>
                    <a:pt x="514350" y="52070"/>
                  </a:cubicBezTo>
                  <a:cubicBezTo>
                    <a:pt x="513080" y="52070"/>
                    <a:pt x="511810" y="53340"/>
                    <a:pt x="509270" y="53340"/>
                  </a:cubicBezTo>
                  <a:cubicBezTo>
                    <a:pt x="509270" y="54610"/>
                    <a:pt x="510540" y="55880"/>
                    <a:pt x="510540" y="57150"/>
                  </a:cubicBezTo>
                  <a:cubicBezTo>
                    <a:pt x="506730" y="58420"/>
                    <a:pt x="500380" y="68580"/>
                    <a:pt x="500380" y="73660"/>
                  </a:cubicBezTo>
                  <a:cubicBezTo>
                    <a:pt x="494030" y="76200"/>
                    <a:pt x="486410" y="77470"/>
                    <a:pt x="483870" y="85090"/>
                  </a:cubicBezTo>
                  <a:cubicBezTo>
                    <a:pt x="483870" y="86360"/>
                    <a:pt x="482600" y="86360"/>
                    <a:pt x="482600" y="87630"/>
                  </a:cubicBezTo>
                  <a:cubicBezTo>
                    <a:pt x="474980" y="88900"/>
                    <a:pt x="473710" y="96520"/>
                    <a:pt x="469900" y="102870"/>
                  </a:cubicBezTo>
                  <a:lnTo>
                    <a:pt x="469900" y="105410"/>
                  </a:lnTo>
                  <a:cubicBezTo>
                    <a:pt x="468630" y="105410"/>
                    <a:pt x="467360" y="106680"/>
                    <a:pt x="466090" y="106680"/>
                  </a:cubicBezTo>
                  <a:cubicBezTo>
                    <a:pt x="461010" y="109220"/>
                    <a:pt x="458470" y="113030"/>
                    <a:pt x="457200" y="119380"/>
                  </a:cubicBezTo>
                  <a:cubicBezTo>
                    <a:pt x="455930" y="125730"/>
                    <a:pt x="455930" y="130810"/>
                    <a:pt x="454660" y="137160"/>
                  </a:cubicBezTo>
                  <a:cubicBezTo>
                    <a:pt x="452120" y="135890"/>
                    <a:pt x="448310" y="138430"/>
                    <a:pt x="447040" y="134620"/>
                  </a:cubicBezTo>
                  <a:lnTo>
                    <a:pt x="444500" y="134620"/>
                  </a:lnTo>
                  <a:cubicBezTo>
                    <a:pt x="440690" y="139700"/>
                    <a:pt x="436880" y="144780"/>
                    <a:pt x="433070" y="148590"/>
                  </a:cubicBezTo>
                  <a:cubicBezTo>
                    <a:pt x="429260" y="151130"/>
                    <a:pt x="425450" y="152400"/>
                    <a:pt x="420370" y="154940"/>
                  </a:cubicBezTo>
                  <a:lnTo>
                    <a:pt x="420370" y="157480"/>
                  </a:lnTo>
                  <a:cubicBezTo>
                    <a:pt x="415290" y="156210"/>
                    <a:pt x="411480" y="154940"/>
                    <a:pt x="407670" y="152400"/>
                  </a:cubicBezTo>
                  <a:cubicBezTo>
                    <a:pt x="406400" y="152400"/>
                    <a:pt x="405130" y="151130"/>
                    <a:pt x="405130" y="151130"/>
                  </a:cubicBezTo>
                  <a:cubicBezTo>
                    <a:pt x="403860" y="151130"/>
                    <a:pt x="403860" y="149860"/>
                    <a:pt x="403860" y="149860"/>
                  </a:cubicBezTo>
                  <a:cubicBezTo>
                    <a:pt x="402590" y="149860"/>
                    <a:pt x="402590" y="151130"/>
                    <a:pt x="402590" y="152400"/>
                  </a:cubicBezTo>
                  <a:cubicBezTo>
                    <a:pt x="402590" y="157480"/>
                    <a:pt x="400050" y="156210"/>
                    <a:pt x="397510" y="154940"/>
                  </a:cubicBezTo>
                  <a:cubicBezTo>
                    <a:pt x="394970" y="153670"/>
                    <a:pt x="392430" y="153670"/>
                    <a:pt x="391160" y="157480"/>
                  </a:cubicBezTo>
                  <a:cubicBezTo>
                    <a:pt x="391160" y="158750"/>
                    <a:pt x="389890" y="160020"/>
                    <a:pt x="388620" y="160020"/>
                  </a:cubicBezTo>
                  <a:cubicBezTo>
                    <a:pt x="384810" y="161290"/>
                    <a:pt x="381000" y="162560"/>
                    <a:pt x="379730" y="166370"/>
                  </a:cubicBezTo>
                  <a:cubicBezTo>
                    <a:pt x="378460" y="168910"/>
                    <a:pt x="377190" y="170180"/>
                    <a:pt x="374650" y="172720"/>
                  </a:cubicBezTo>
                  <a:lnTo>
                    <a:pt x="355600" y="172720"/>
                  </a:lnTo>
                  <a:cubicBezTo>
                    <a:pt x="353060" y="172720"/>
                    <a:pt x="350520" y="172720"/>
                    <a:pt x="347980" y="173990"/>
                  </a:cubicBezTo>
                  <a:cubicBezTo>
                    <a:pt x="345440" y="173990"/>
                    <a:pt x="342900" y="175260"/>
                    <a:pt x="339090" y="176530"/>
                  </a:cubicBezTo>
                  <a:cubicBezTo>
                    <a:pt x="336550" y="177800"/>
                    <a:pt x="332740" y="180340"/>
                    <a:pt x="330200" y="181610"/>
                  </a:cubicBezTo>
                  <a:cubicBezTo>
                    <a:pt x="328930" y="182880"/>
                    <a:pt x="327660" y="182880"/>
                    <a:pt x="326390" y="182880"/>
                  </a:cubicBezTo>
                  <a:cubicBezTo>
                    <a:pt x="320040" y="182880"/>
                    <a:pt x="316230" y="186690"/>
                    <a:pt x="312420" y="190500"/>
                  </a:cubicBezTo>
                  <a:cubicBezTo>
                    <a:pt x="308610" y="193040"/>
                    <a:pt x="306070" y="196850"/>
                    <a:pt x="302260" y="199390"/>
                  </a:cubicBezTo>
                  <a:cubicBezTo>
                    <a:pt x="299720" y="200660"/>
                    <a:pt x="297180" y="201930"/>
                    <a:pt x="295910" y="203200"/>
                  </a:cubicBezTo>
                  <a:cubicBezTo>
                    <a:pt x="293370" y="204470"/>
                    <a:pt x="292100" y="207010"/>
                    <a:pt x="289560" y="207010"/>
                  </a:cubicBezTo>
                  <a:cubicBezTo>
                    <a:pt x="287020" y="208280"/>
                    <a:pt x="283210" y="208280"/>
                    <a:pt x="280670" y="207010"/>
                  </a:cubicBezTo>
                  <a:cubicBezTo>
                    <a:pt x="276860" y="204470"/>
                    <a:pt x="273050" y="207010"/>
                    <a:pt x="270510" y="208280"/>
                  </a:cubicBezTo>
                  <a:cubicBezTo>
                    <a:pt x="266700" y="209550"/>
                    <a:pt x="264160" y="212090"/>
                    <a:pt x="261620" y="213360"/>
                  </a:cubicBezTo>
                  <a:cubicBezTo>
                    <a:pt x="262890" y="214630"/>
                    <a:pt x="262890" y="215900"/>
                    <a:pt x="264160" y="217170"/>
                  </a:cubicBezTo>
                  <a:lnTo>
                    <a:pt x="260350" y="217170"/>
                  </a:lnTo>
                  <a:cubicBezTo>
                    <a:pt x="260350" y="218440"/>
                    <a:pt x="259080" y="219710"/>
                    <a:pt x="259080" y="220980"/>
                  </a:cubicBezTo>
                  <a:cubicBezTo>
                    <a:pt x="257810" y="220980"/>
                    <a:pt x="256540" y="219710"/>
                    <a:pt x="256540" y="219710"/>
                  </a:cubicBezTo>
                  <a:cubicBezTo>
                    <a:pt x="252730" y="222250"/>
                    <a:pt x="248920" y="224790"/>
                    <a:pt x="245110" y="226060"/>
                  </a:cubicBezTo>
                  <a:cubicBezTo>
                    <a:pt x="243840" y="226060"/>
                    <a:pt x="242570" y="227330"/>
                    <a:pt x="242570" y="227330"/>
                  </a:cubicBezTo>
                  <a:cubicBezTo>
                    <a:pt x="237490" y="226060"/>
                    <a:pt x="231140" y="227330"/>
                    <a:pt x="227330" y="223520"/>
                  </a:cubicBezTo>
                  <a:cubicBezTo>
                    <a:pt x="224790" y="220980"/>
                    <a:pt x="220980" y="219710"/>
                    <a:pt x="218440" y="217170"/>
                  </a:cubicBezTo>
                  <a:cubicBezTo>
                    <a:pt x="214630" y="214630"/>
                    <a:pt x="209550" y="215900"/>
                    <a:pt x="205740" y="222250"/>
                  </a:cubicBezTo>
                  <a:lnTo>
                    <a:pt x="187960" y="204470"/>
                  </a:lnTo>
                  <a:cubicBezTo>
                    <a:pt x="186690" y="205740"/>
                    <a:pt x="184150" y="207010"/>
                    <a:pt x="182880" y="208280"/>
                  </a:cubicBezTo>
                  <a:cubicBezTo>
                    <a:pt x="181610" y="208280"/>
                    <a:pt x="181610" y="209550"/>
                    <a:pt x="180340" y="209550"/>
                  </a:cubicBezTo>
                  <a:cubicBezTo>
                    <a:pt x="175260" y="210820"/>
                    <a:pt x="170180" y="212090"/>
                    <a:pt x="163830" y="213360"/>
                  </a:cubicBezTo>
                  <a:cubicBezTo>
                    <a:pt x="160020" y="214630"/>
                    <a:pt x="157480" y="215900"/>
                    <a:pt x="157480" y="220980"/>
                  </a:cubicBezTo>
                  <a:cubicBezTo>
                    <a:pt x="152400" y="223520"/>
                    <a:pt x="147320" y="222250"/>
                    <a:pt x="143510" y="227330"/>
                  </a:cubicBezTo>
                  <a:lnTo>
                    <a:pt x="139700" y="227330"/>
                  </a:lnTo>
                  <a:cubicBezTo>
                    <a:pt x="132080" y="223520"/>
                    <a:pt x="125730" y="224790"/>
                    <a:pt x="120650" y="231140"/>
                  </a:cubicBezTo>
                  <a:cubicBezTo>
                    <a:pt x="119380" y="232410"/>
                    <a:pt x="118110" y="232410"/>
                    <a:pt x="115570" y="232410"/>
                  </a:cubicBezTo>
                  <a:cubicBezTo>
                    <a:pt x="109220" y="231140"/>
                    <a:pt x="104140" y="234950"/>
                    <a:pt x="99060" y="238760"/>
                  </a:cubicBezTo>
                  <a:cubicBezTo>
                    <a:pt x="96520" y="241300"/>
                    <a:pt x="93980" y="242570"/>
                    <a:pt x="90170" y="242570"/>
                  </a:cubicBezTo>
                  <a:cubicBezTo>
                    <a:pt x="83820" y="243840"/>
                    <a:pt x="78740" y="243840"/>
                    <a:pt x="72390" y="243840"/>
                  </a:cubicBezTo>
                  <a:cubicBezTo>
                    <a:pt x="72390" y="243840"/>
                    <a:pt x="71120" y="243840"/>
                    <a:pt x="71120" y="245110"/>
                  </a:cubicBezTo>
                  <a:cubicBezTo>
                    <a:pt x="66040" y="251460"/>
                    <a:pt x="59690" y="251460"/>
                    <a:pt x="52070" y="251460"/>
                  </a:cubicBezTo>
                  <a:cubicBezTo>
                    <a:pt x="44450" y="251460"/>
                    <a:pt x="36830" y="252730"/>
                    <a:pt x="30480" y="259080"/>
                  </a:cubicBezTo>
                  <a:cubicBezTo>
                    <a:pt x="26670" y="262890"/>
                    <a:pt x="21590" y="265430"/>
                    <a:pt x="16510" y="269240"/>
                  </a:cubicBezTo>
                  <a:cubicBezTo>
                    <a:pt x="15240" y="269240"/>
                    <a:pt x="13970" y="270510"/>
                    <a:pt x="13970" y="270510"/>
                  </a:cubicBezTo>
                  <a:cubicBezTo>
                    <a:pt x="10160" y="270510"/>
                    <a:pt x="5080" y="269240"/>
                    <a:pt x="1270" y="269240"/>
                  </a:cubicBezTo>
                  <a:cubicBezTo>
                    <a:pt x="0" y="284480"/>
                    <a:pt x="2540" y="300990"/>
                    <a:pt x="3810" y="317500"/>
                  </a:cubicBezTo>
                  <a:close/>
                </a:path>
              </a:pathLst>
            </a:custGeom>
            <a:blipFill>
              <a:blip r:embed="rId10"/>
              <a:stretch>
                <a:fillRect l="-52865" t="0" r="-79559" b="0"/>
              </a:stretch>
            </a:blipFill>
          </p:spPr>
        </p:sp>
      </p:grpSp>
      <p:sp>
        <p:nvSpPr>
          <p:cNvPr name="TextBox 8" id="8"/>
          <p:cNvSpPr txBox="true"/>
          <p:nvPr/>
        </p:nvSpPr>
        <p:spPr>
          <a:xfrm rot="0">
            <a:off x="8462368" y="4658716"/>
            <a:ext cx="8796932" cy="3255010"/>
          </a:xfrm>
          <a:prstGeom prst="rect">
            <a:avLst/>
          </a:prstGeom>
        </p:spPr>
        <p:txBody>
          <a:bodyPr anchor="t" rtlCol="false" tIns="0" lIns="0" bIns="0" rIns="0">
            <a:spAutoFit/>
          </a:bodyPr>
          <a:lstStyle/>
          <a:p>
            <a:pPr algn="l">
              <a:lnSpc>
                <a:spcPts val="4339"/>
              </a:lnSpc>
            </a:pPr>
            <a:r>
              <a:rPr lang="en-US" sz="3099">
                <a:solidFill>
                  <a:srgbClr val="6B3E3E"/>
                </a:solidFill>
                <a:latin typeface="Arimo"/>
                <a:ea typeface="Arimo"/>
                <a:cs typeface="Arimo"/>
                <a:sym typeface="Arimo"/>
              </a:rPr>
              <a:t>Lorem ipsum dolor sit amet, consectetur adipiscing elit. Proin at purus volutpat, lobortis quam vel, finibus tortor. Quisque ultrices semper diam, in hendrerit orci maximus ut. Suspendisse accumsan vehicula augue eu eleifend. Duis mauris erat, auctor nec porttitor eu, finibus sit amet erat. </a:t>
            </a:r>
          </a:p>
        </p:txBody>
      </p:sp>
      <p:sp>
        <p:nvSpPr>
          <p:cNvPr name="TextBox 9" id="9"/>
          <p:cNvSpPr txBox="true"/>
          <p:nvPr/>
        </p:nvSpPr>
        <p:spPr>
          <a:xfrm rot="0">
            <a:off x="2760340" y="1243628"/>
            <a:ext cx="6094932" cy="1047750"/>
          </a:xfrm>
          <a:prstGeom prst="rect">
            <a:avLst/>
          </a:prstGeom>
        </p:spPr>
        <p:txBody>
          <a:bodyPr anchor="t" rtlCol="false" tIns="0" lIns="0" bIns="0" rIns="0">
            <a:spAutoFit/>
          </a:bodyPr>
          <a:lstStyle/>
          <a:p>
            <a:pPr algn="l">
              <a:lnSpc>
                <a:spcPts val="7950"/>
              </a:lnSpc>
            </a:pPr>
            <a:r>
              <a:rPr lang="en-US" sz="7500">
                <a:solidFill>
                  <a:srgbClr val="DB5C5C"/>
                </a:solidFill>
                <a:latin typeface="210 클레이토이"/>
                <a:ea typeface="210 클레이토이"/>
                <a:cs typeface="210 클레이토이"/>
                <a:sym typeface="210 클레이토이"/>
              </a:rPr>
              <a:t>Project 3</a:t>
            </a:r>
          </a:p>
        </p:txBody>
      </p:sp>
      <p:sp>
        <p:nvSpPr>
          <p:cNvPr name="TextBox 10" id="10"/>
          <p:cNvSpPr txBox="true"/>
          <p:nvPr/>
        </p:nvSpPr>
        <p:spPr>
          <a:xfrm rot="0">
            <a:off x="12886131" y="2545824"/>
            <a:ext cx="3644460" cy="1212044"/>
          </a:xfrm>
          <a:prstGeom prst="rect">
            <a:avLst/>
          </a:prstGeom>
        </p:spPr>
        <p:txBody>
          <a:bodyPr anchor="t" rtlCol="false" tIns="0" lIns="0" bIns="0" rIns="0">
            <a:spAutoFit/>
          </a:bodyPr>
          <a:lstStyle/>
          <a:p>
            <a:pPr algn="ctr">
              <a:lnSpc>
                <a:spcPts val="4684"/>
              </a:lnSpc>
            </a:pPr>
            <a:r>
              <a:rPr lang="en-US" sz="4418">
                <a:solidFill>
                  <a:srgbClr val="FFFFFF"/>
                </a:solidFill>
                <a:latin typeface="210 클레이토이"/>
                <a:ea typeface="210 클레이토이"/>
                <a:cs typeface="210 클레이토이"/>
                <a:sym typeface="210 클레이토이"/>
              </a:rPr>
              <a:t>Client:</a:t>
            </a:r>
          </a:p>
          <a:p>
            <a:pPr algn="ctr">
              <a:lnSpc>
                <a:spcPts val="4684"/>
              </a:lnSpc>
            </a:pPr>
            <a:r>
              <a:rPr lang="en-US" sz="4418">
                <a:solidFill>
                  <a:srgbClr val="FFFFFF"/>
                </a:solidFill>
                <a:latin typeface="210 클레이토이"/>
                <a:ea typeface="210 클레이토이"/>
                <a:cs typeface="210 클레이토이"/>
                <a:sym typeface="210 클레이토이"/>
              </a:rPr>
              <a:t>Borcelle</a:t>
            </a:r>
          </a:p>
        </p:txBody>
      </p:sp>
      <p:sp>
        <p:nvSpPr>
          <p:cNvPr name="Freeform 11" id="11"/>
          <p:cNvSpPr/>
          <p:nvPr/>
        </p:nvSpPr>
        <p:spPr>
          <a:xfrm flipH="false" flipV="false" rot="3331616">
            <a:off x="-1833911" y="6737298"/>
            <a:ext cx="5379349" cy="4727733"/>
          </a:xfrm>
          <a:custGeom>
            <a:avLst/>
            <a:gdLst/>
            <a:ahLst/>
            <a:cxnLst/>
            <a:rect r="r" b="b" t="t" l="l"/>
            <a:pathLst>
              <a:path h="4727733" w="5379349">
                <a:moveTo>
                  <a:pt x="0" y="0"/>
                </a:moveTo>
                <a:lnTo>
                  <a:pt x="5379349" y="0"/>
                </a:lnTo>
                <a:lnTo>
                  <a:pt x="5379349" y="4727733"/>
                </a:lnTo>
                <a:lnTo>
                  <a:pt x="0" y="47277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8F1"/>
        </a:solidFill>
      </p:bgPr>
    </p:bg>
    <p:spTree>
      <p:nvGrpSpPr>
        <p:cNvPr id="1" name=""/>
        <p:cNvGrpSpPr/>
        <p:nvPr/>
      </p:nvGrpSpPr>
      <p:grpSpPr>
        <a:xfrm>
          <a:off x="0" y="0"/>
          <a:ext cx="0" cy="0"/>
          <a:chOff x="0" y="0"/>
          <a:chExt cx="0" cy="0"/>
        </a:xfrm>
      </p:grpSpPr>
      <p:sp>
        <p:nvSpPr>
          <p:cNvPr name="Freeform 2" id="2"/>
          <p:cNvSpPr/>
          <p:nvPr/>
        </p:nvSpPr>
        <p:spPr>
          <a:xfrm flipH="false" flipV="false" rot="286503">
            <a:off x="3295960" y="658229"/>
            <a:ext cx="1106644" cy="2039897"/>
          </a:xfrm>
          <a:custGeom>
            <a:avLst/>
            <a:gdLst/>
            <a:ahLst/>
            <a:cxnLst/>
            <a:rect r="r" b="b" t="t" l="l"/>
            <a:pathLst>
              <a:path h="2039897" w="1106644">
                <a:moveTo>
                  <a:pt x="0" y="0"/>
                </a:moveTo>
                <a:lnTo>
                  <a:pt x="1106644" y="0"/>
                </a:lnTo>
                <a:lnTo>
                  <a:pt x="1106644" y="2039897"/>
                </a:lnTo>
                <a:lnTo>
                  <a:pt x="0" y="20398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52000" y="1678177"/>
            <a:ext cx="1775292" cy="1837301"/>
          </a:xfrm>
          <a:custGeom>
            <a:avLst/>
            <a:gdLst/>
            <a:ahLst/>
            <a:cxnLst/>
            <a:rect r="r" b="b" t="t" l="l"/>
            <a:pathLst>
              <a:path h="1837301" w="1775292">
                <a:moveTo>
                  <a:pt x="0" y="0"/>
                </a:moveTo>
                <a:lnTo>
                  <a:pt x="1775292" y="0"/>
                </a:lnTo>
                <a:lnTo>
                  <a:pt x="1775292" y="1837301"/>
                </a:lnTo>
                <a:lnTo>
                  <a:pt x="0" y="1837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147805">
            <a:off x="2590362" y="3500353"/>
            <a:ext cx="5085159" cy="6053761"/>
          </a:xfrm>
          <a:custGeom>
            <a:avLst/>
            <a:gdLst/>
            <a:ahLst/>
            <a:cxnLst/>
            <a:rect r="r" b="b" t="t" l="l"/>
            <a:pathLst>
              <a:path h="6053761" w="5085159">
                <a:moveTo>
                  <a:pt x="5085159" y="0"/>
                </a:moveTo>
                <a:lnTo>
                  <a:pt x="0" y="0"/>
                </a:lnTo>
                <a:lnTo>
                  <a:pt x="0" y="6053761"/>
                </a:lnTo>
                <a:lnTo>
                  <a:pt x="5085159" y="6053761"/>
                </a:lnTo>
                <a:lnTo>
                  <a:pt x="508515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2810622" y="4676268"/>
            <a:ext cx="5120287" cy="1721189"/>
          </a:xfrm>
          <a:prstGeom prst="rect">
            <a:avLst/>
          </a:prstGeom>
        </p:spPr>
        <p:txBody>
          <a:bodyPr anchor="t" rtlCol="false" tIns="0" lIns="0" bIns="0" rIns="0">
            <a:spAutoFit/>
          </a:bodyPr>
          <a:lstStyle/>
          <a:p>
            <a:pPr algn="ctr">
              <a:lnSpc>
                <a:spcPts val="6605"/>
              </a:lnSpc>
            </a:pPr>
            <a:r>
              <a:rPr lang="en-US" sz="6231">
                <a:solidFill>
                  <a:srgbClr val="FFFFFF"/>
                </a:solidFill>
                <a:latin typeface="210 클레이토이"/>
                <a:ea typeface="210 클레이토이"/>
                <a:cs typeface="210 클레이토이"/>
                <a:sym typeface="210 클레이토이"/>
              </a:rPr>
              <a:t>Let’s work together</a:t>
            </a:r>
          </a:p>
        </p:txBody>
      </p:sp>
      <p:grpSp>
        <p:nvGrpSpPr>
          <p:cNvPr name="Group 6" id="6"/>
          <p:cNvGrpSpPr/>
          <p:nvPr/>
        </p:nvGrpSpPr>
        <p:grpSpPr>
          <a:xfrm rot="0">
            <a:off x="9210040" y="4609593"/>
            <a:ext cx="4266715" cy="571614"/>
            <a:chOff x="0" y="0"/>
            <a:chExt cx="1029975" cy="137986"/>
          </a:xfrm>
        </p:grpSpPr>
        <p:sp>
          <p:nvSpPr>
            <p:cNvPr name="Freeform 7" id="7"/>
            <p:cNvSpPr/>
            <p:nvPr/>
          </p:nvSpPr>
          <p:spPr>
            <a:xfrm flipH="false" flipV="false" rot="0">
              <a:off x="0" y="0"/>
              <a:ext cx="1029975" cy="137986"/>
            </a:xfrm>
            <a:custGeom>
              <a:avLst/>
              <a:gdLst/>
              <a:ahLst/>
              <a:cxnLst/>
              <a:rect r="r" b="b" t="t" l="l"/>
              <a:pathLst>
                <a:path h="137986" w="1029975">
                  <a:moveTo>
                    <a:pt x="68993" y="0"/>
                  </a:moveTo>
                  <a:lnTo>
                    <a:pt x="960982" y="0"/>
                  </a:lnTo>
                  <a:cubicBezTo>
                    <a:pt x="999086" y="0"/>
                    <a:pt x="1029975" y="30889"/>
                    <a:pt x="1029975" y="68993"/>
                  </a:cubicBezTo>
                  <a:lnTo>
                    <a:pt x="1029975" y="68993"/>
                  </a:lnTo>
                  <a:cubicBezTo>
                    <a:pt x="1029975" y="107097"/>
                    <a:pt x="999086" y="137986"/>
                    <a:pt x="960982" y="137986"/>
                  </a:cubicBezTo>
                  <a:lnTo>
                    <a:pt x="68993" y="137986"/>
                  </a:lnTo>
                  <a:cubicBezTo>
                    <a:pt x="30889" y="137986"/>
                    <a:pt x="0" y="107097"/>
                    <a:pt x="0" y="68993"/>
                  </a:cubicBezTo>
                  <a:lnTo>
                    <a:pt x="0" y="68993"/>
                  </a:lnTo>
                  <a:cubicBezTo>
                    <a:pt x="0" y="30889"/>
                    <a:pt x="30889" y="0"/>
                    <a:pt x="68993" y="0"/>
                  </a:cubicBezTo>
                  <a:close/>
                </a:path>
              </a:pathLst>
            </a:custGeom>
            <a:solidFill>
              <a:srgbClr val="FAC9C9"/>
            </a:solidFill>
          </p:spPr>
        </p:sp>
        <p:sp>
          <p:nvSpPr>
            <p:cNvPr name="TextBox 8" id="8"/>
            <p:cNvSpPr txBox="true"/>
            <p:nvPr/>
          </p:nvSpPr>
          <p:spPr>
            <a:xfrm>
              <a:off x="0" y="-38100"/>
              <a:ext cx="1029975" cy="176086"/>
            </a:xfrm>
            <a:prstGeom prst="rect">
              <a:avLst/>
            </a:prstGeom>
          </p:spPr>
          <p:txBody>
            <a:bodyPr anchor="ctr" rtlCol="false" tIns="45659" lIns="45659" bIns="45659" rIns="45659"/>
            <a:lstStyle/>
            <a:p>
              <a:pPr algn="ctr">
                <a:lnSpc>
                  <a:spcPts val="2659"/>
                </a:lnSpc>
              </a:pPr>
            </a:p>
          </p:txBody>
        </p:sp>
      </p:grpSp>
      <p:grpSp>
        <p:nvGrpSpPr>
          <p:cNvPr name="Group 9" id="9"/>
          <p:cNvGrpSpPr/>
          <p:nvPr/>
        </p:nvGrpSpPr>
        <p:grpSpPr>
          <a:xfrm rot="0">
            <a:off x="9210040" y="5396009"/>
            <a:ext cx="4266715" cy="571614"/>
            <a:chOff x="0" y="0"/>
            <a:chExt cx="1029975" cy="137986"/>
          </a:xfrm>
        </p:grpSpPr>
        <p:sp>
          <p:nvSpPr>
            <p:cNvPr name="Freeform 10" id="10"/>
            <p:cNvSpPr/>
            <p:nvPr/>
          </p:nvSpPr>
          <p:spPr>
            <a:xfrm flipH="false" flipV="false" rot="0">
              <a:off x="0" y="0"/>
              <a:ext cx="1029975" cy="137986"/>
            </a:xfrm>
            <a:custGeom>
              <a:avLst/>
              <a:gdLst/>
              <a:ahLst/>
              <a:cxnLst/>
              <a:rect r="r" b="b" t="t" l="l"/>
              <a:pathLst>
                <a:path h="137986" w="1029975">
                  <a:moveTo>
                    <a:pt x="68993" y="0"/>
                  </a:moveTo>
                  <a:lnTo>
                    <a:pt x="960982" y="0"/>
                  </a:lnTo>
                  <a:cubicBezTo>
                    <a:pt x="999086" y="0"/>
                    <a:pt x="1029975" y="30889"/>
                    <a:pt x="1029975" y="68993"/>
                  </a:cubicBezTo>
                  <a:lnTo>
                    <a:pt x="1029975" y="68993"/>
                  </a:lnTo>
                  <a:cubicBezTo>
                    <a:pt x="1029975" y="107097"/>
                    <a:pt x="999086" y="137986"/>
                    <a:pt x="960982" y="137986"/>
                  </a:cubicBezTo>
                  <a:lnTo>
                    <a:pt x="68993" y="137986"/>
                  </a:lnTo>
                  <a:cubicBezTo>
                    <a:pt x="30889" y="137986"/>
                    <a:pt x="0" y="107097"/>
                    <a:pt x="0" y="68993"/>
                  </a:cubicBezTo>
                  <a:lnTo>
                    <a:pt x="0" y="68993"/>
                  </a:lnTo>
                  <a:cubicBezTo>
                    <a:pt x="0" y="30889"/>
                    <a:pt x="30889" y="0"/>
                    <a:pt x="68993" y="0"/>
                  </a:cubicBezTo>
                  <a:close/>
                </a:path>
              </a:pathLst>
            </a:custGeom>
            <a:solidFill>
              <a:srgbClr val="FAC9C9"/>
            </a:solidFill>
          </p:spPr>
        </p:sp>
        <p:sp>
          <p:nvSpPr>
            <p:cNvPr name="TextBox 11" id="11"/>
            <p:cNvSpPr txBox="true"/>
            <p:nvPr/>
          </p:nvSpPr>
          <p:spPr>
            <a:xfrm>
              <a:off x="0" y="-38100"/>
              <a:ext cx="1029975" cy="176086"/>
            </a:xfrm>
            <a:prstGeom prst="rect">
              <a:avLst/>
            </a:prstGeom>
          </p:spPr>
          <p:txBody>
            <a:bodyPr anchor="ctr" rtlCol="false" tIns="45659" lIns="45659" bIns="45659" rIns="45659"/>
            <a:lstStyle/>
            <a:p>
              <a:pPr algn="ctr">
                <a:lnSpc>
                  <a:spcPts val="2659"/>
                </a:lnSpc>
              </a:pPr>
            </a:p>
          </p:txBody>
        </p:sp>
      </p:grpSp>
      <p:grpSp>
        <p:nvGrpSpPr>
          <p:cNvPr name="Group 12" id="12"/>
          <p:cNvGrpSpPr/>
          <p:nvPr/>
        </p:nvGrpSpPr>
        <p:grpSpPr>
          <a:xfrm rot="0">
            <a:off x="9210040" y="6182425"/>
            <a:ext cx="5552880" cy="571614"/>
            <a:chOff x="0" y="0"/>
            <a:chExt cx="1340452" cy="137986"/>
          </a:xfrm>
        </p:grpSpPr>
        <p:sp>
          <p:nvSpPr>
            <p:cNvPr name="Freeform 13" id="13"/>
            <p:cNvSpPr/>
            <p:nvPr/>
          </p:nvSpPr>
          <p:spPr>
            <a:xfrm flipH="false" flipV="false" rot="0">
              <a:off x="0" y="0"/>
              <a:ext cx="1340452" cy="137986"/>
            </a:xfrm>
            <a:custGeom>
              <a:avLst/>
              <a:gdLst/>
              <a:ahLst/>
              <a:cxnLst/>
              <a:rect r="r" b="b" t="t" l="l"/>
              <a:pathLst>
                <a:path h="137986" w="1340452">
                  <a:moveTo>
                    <a:pt x="68993" y="0"/>
                  </a:moveTo>
                  <a:lnTo>
                    <a:pt x="1271459" y="0"/>
                  </a:lnTo>
                  <a:cubicBezTo>
                    <a:pt x="1309563" y="0"/>
                    <a:pt x="1340452" y="30889"/>
                    <a:pt x="1340452" y="68993"/>
                  </a:cubicBezTo>
                  <a:lnTo>
                    <a:pt x="1340452" y="68993"/>
                  </a:lnTo>
                  <a:cubicBezTo>
                    <a:pt x="1340452" y="107097"/>
                    <a:pt x="1309563" y="137986"/>
                    <a:pt x="1271459" y="137986"/>
                  </a:cubicBezTo>
                  <a:lnTo>
                    <a:pt x="68993" y="137986"/>
                  </a:lnTo>
                  <a:cubicBezTo>
                    <a:pt x="30889" y="137986"/>
                    <a:pt x="0" y="107097"/>
                    <a:pt x="0" y="68993"/>
                  </a:cubicBezTo>
                  <a:lnTo>
                    <a:pt x="0" y="68993"/>
                  </a:lnTo>
                  <a:cubicBezTo>
                    <a:pt x="0" y="30889"/>
                    <a:pt x="30889" y="0"/>
                    <a:pt x="68993" y="0"/>
                  </a:cubicBezTo>
                  <a:close/>
                </a:path>
              </a:pathLst>
            </a:custGeom>
            <a:solidFill>
              <a:srgbClr val="FAC9C9"/>
            </a:solidFill>
          </p:spPr>
        </p:sp>
        <p:sp>
          <p:nvSpPr>
            <p:cNvPr name="TextBox 14" id="14"/>
            <p:cNvSpPr txBox="true"/>
            <p:nvPr/>
          </p:nvSpPr>
          <p:spPr>
            <a:xfrm>
              <a:off x="0" y="-38100"/>
              <a:ext cx="1340452" cy="176086"/>
            </a:xfrm>
            <a:prstGeom prst="rect">
              <a:avLst/>
            </a:prstGeom>
          </p:spPr>
          <p:txBody>
            <a:bodyPr anchor="ctr" rtlCol="false" tIns="45659" lIns="45659" bIns="45659" rIns="45659"/>
            <a:lstStyle/>
            <a:p>
              <a:pPr algn="ctr">
                <a:lnSpc>
                  <a:spcPts val="2659"/>
                </a:lnSpc>
              </a:pPr>
            </a:p>
          </p:txBody>
        </p:sp>
      </p:grpSp>
      <p:grpSp>
        <p:nvGrpSpPr>
          <p:cNvPr name="Group 15" id="15"/>
          <p:cNvGrpSpPr/>
          <p:nvPr/>
        </p:nvGrpSpPr>
        <p:grpSpPr>
          <a:xfrm rot="0">
            <a:off x="9210040" y="6968841"/>
            <a:ext cx="6397914" cy="571614"/>
            <a:chOff x="0" y="0"/>
            <a:chExt cx="1544441" cy="137986"/>
          </a:xfrm>
        </p:grpSpPr>
        <p:sp>
          <p:nvSpPr>
            <p:cNvPr name="Freeform 16" id="16"/>
            <p:cNvSpPr/>
            <p:nvPr/>
          </p:nvSpPr>
          <p:spPr>
            <a:xfrm flipH="false" flipV="false" rot="0">
              <a:off x="0" y="0"/>
              <a:ext cx="1544441" cy="137986"/>
            </a:xfrm>
            <a:custGeom>
              <a:avLst/>
              <a:gdLst/>
              <a:ahLst/>
              <a:cxnLst/>
              <a:rect r="r" b="b" t="t" l="l"/>
              <a:pathLst>
                <a:path h="137986" w="1544441">
                  <a:moveTo>
                    <a:pt x="61714" y="0"/>
                  </a:moveTo>
                  <a:lnTo>
                    <a:pt x="1482728" y="0"/>
                  </a:lnTo>
                  <a:cubicBezTo>
                    <a:pt x="1516811" y="0"/>
                    <a:pt x="1544441" y="27630"/>
                    <a:pt x="1544441" y="61714"/>
                  </a:cubicBezTo>
                  <a:lnTo>
                    <a:pt x="1544441" y="76273"/>
                  </a:lnTo>
                  <a:cubicBezTo>
                    <a:pt x="1544441" y="110356"/>
                    <a:pt x="1516811" y="137986"/>
                    <a:pt x="1482728" y="137986"/>
                  </a:cubicBezTo>
                  <a:lnTo>
                    <a:pt x="61714" y="137986"/>
                  </a:lnTo>
                  <a:cubicBezTo>
                    <a:pt x="27630" y="137986"/>
                    <a:pt x="0" y="110356"/>
                    <a:pt x="0" y="76273"/>
                  </a:cubicBezTo>
                  <a:lnTo>
                    <a:pt x="0" y="61714"/>
                  </a:lnTo>
                  <a:cubicBezTo>
                    <a:pt x="0" y="27630"/>
                    <a:pt x="27630" y="0"/>
                    <a:pt x="61714" y="0"/>
                  </a:cubicBezTo>
                  <a:close/>
                </a:path>
              </a:pathLst>
            </a:custGeom>
            <a:solidFill>
              <a:srgbClr val="FAC9C9"/>
            </a:solidFill>
          </p:spPr>
        </p:sp>
        <p:sp>
          <p:nvSpPr>
            <p:cNvPr name="TextBox 17" id="17"/>
            <p:cNvSpPr txBox="true"/>
            <p:nvPr/>
          </p:nvSpPr>
          <p:spPr>
            <a:xfrm>
              <a:off x="0" y="-38100"/>
              <a:ext cx="1544441" cy="176086"/>
            </a:xfrm>
            <a:prstGeom prst="rect">
              <a:avLst/>
            </a:prstGeom>
          </p:spPr>
          <p:txBody>
            <a:bodyPr anchor="ctr" rtlCol="false" tIns="45659" lIns="45659" bIns="45659" rIns="45659"/>
            <a:lstStyle/>
            <a:p>
              <a:pPr algn="ctr">
                <a:lnSpc>
                  <a:spcPts val="2659"/>
                </a:lnSpc>
              </a:pPr>
            </a:p>
          </p:txBody>
        </p:sp>
      </p:grpSp>
      <p:sp>
        <p:nvSpPr>
          <p:cNvPr name="TextBox 18" id="18"/>
          <p:cNvSpPr txBox="true"/>
          <p:nvPr/>
        </p:nvSpPr>
        <p:spPr>
          <a:xfrm rot="0">
            <a:off x="9389674" y="4706726"/>
            <a:ext cx="3762326" cy="533514"/>
          </a:xfrm>
          <a:prstGeom prst="rect">
            <a:avLst/>
          </a:prstGeom>
        </p:spPr>
        <p:txBody>
          <a:bodyPr anchor="t" rtlCol="false" tIns="0" lIns="0" bIns="0" rIns="0">
            <a:spAutoFit/>
          </a:bodyPr>
          <a:lstStyle/>
          <a:p>
            <a:pPr algn="l">
              <a:lnSpc>
                <a:spcPts val="4040"/>
              </a:lnSpc>
            </a:pPr>
            <a:r>
              <a:rPr lang="en-US" sz="3812">
                <a:solidFill>
                  <a:srgbClr val="6B3E3E"/>
                </a:solidFill>
                <a:latin typeface="210 클레이토이"/>
                <a:ea typeface="210 클레이토이"/>
                <a:cs typeface="210 클레이토이"/>
                <a:sym typeface="210 클레이토이"/>
              </a:rPr>
              <a:t>+123-456-7890</a:t>
            </a:r>
          </a:p>
        </p:txBody>
      </p:sp>
      <p:sp>
        <p:nvSpPr>
          <p:cNvPr name="TextBox 19" id="19"/>
          <p:cNvSpPr txBox="true"/>
          <p:nvPr/>
        </p:nvSpPr>
        <p:spPr>
          <a:xfrm rot="0">
            <a:off x="9389674" y="5434109"/>
            <a:ext cx="3762326" cy="533514"/>
          </a:xfrm>
          <a:prstGeom prst="rect">
            <a:avLst/>
          </a:prstGeom>
        </p:spPr>
        <p:txBody>
          <a:bodyPr anchor="t" rtlCol="false" tIns="0" lIns="0" bIns="0" rIns="0">
            <a:spAutoFit/>
          </a:bodyPr>
          <a:lstStyle/>
          <a:p>
            <a:pPr algn="l">
              <a:lnSpc>
                <a:spcPts val="4040"/>
              </a:lnSpc>
            </a:pPr>
            <a:r>
              <a:rPr lang="en-US" sz="3812">
                <a:solidFill>
                  <a:srgbClr val="6B3E3E"/>
                </a:solidFill>
                <a:latin typeface="210 클레이토이"/>
                <a:ea typeface="210 클레이토이"/>
                <a:cs typeface="210 클레이토이"/>
                <a:sym typeface="210 클레이토이"/>
              </a:rPr>
              <a:t>reallygreatsite</a:t>
            </a:r>
          </a:p>
        </p:txBody>
      </p:sp>
      <p:sp>
        <p:nvSpPr>
          <p:cNvPr name="TextBox 20" id="20"/>
          <p:cNvSpPr txBox="true"/>
          <p:nvPr/>
        </p:nvSpPr>
        <p:spPr>
          <a:xfrm rot="0">
            <a:off x="9389674" y="6223958"/>
            <a:ext cx="5267864" cy="533514"/>
          </a:xfrm>
          <a:prstGeom prst="rect">
            <a:avLst/>
          </a:prstGeom>
        </p:spPr>
        <p:txBody>
          <a:bodyPr anchor="t" rtlCol="false" tIns="0" lIns="0" bIns="0" rIns="0">
            <a:spAutoFit/>
          </a:bodyPr>
          <a:lstStyle/>
          <a:p>
            <a:pPr algn="l">
              <a:lnSpc>
                <a:spcPts val="4040"/>
              </a:lnSpc>
            </a:pPr>
            <a:r>
              <a:rPr lang="en-US" sz="3812">
                <a:solidFill>
                  <a:srgbClr val="6B3E3E"/>
                </a:solidFill>
                <a:latin typeface="210 클레이토이"/>
                <a:ea typeface="210 클레이토이"/>
                <a:cs typeface="210 클레이토이"/>
                <a:sym typeface="210 클레이토이"/>
              </a:rPr>
              <a:t>hello@reallygreatsite</a:t>
            </a:r>
          </a:p>
        </p:txBody>
      </p:sp>
      <p:sp>
        <p:nvSpPr>
          <p:cNvPr name="TextBox 21" id="21"/>
          <p:cNvSpPr txBox="true"/>
          <p:nvPr/>
        </p:nvSpPr>
        <p:spPr>
          <a:xfrm rot="0">
            <a:off x="9389674" y="7013808"/>
            <a:ext cx="6086787" cy="533514"/>
          </a:xfrm>
          <a:prstGeom prst="rect">
            <a:avLst/>
          </a:prstGeom>
        </p:spPr>
        <p:txBody>
          <a:bodyPr anchor="t" rtlCol="false" tIns="0" lIns="0" bIns="0" rIns="0">
            <a:spAutoFit/>
          </a:bodyPr>
          <a:lstStyle/>
          <a:p>
            <a:pPr algn="l">
              <a:lnSpc>
                <a:spcPts val="4040"/>
              </a:lnSpc>
            </a:pPr>
            <a:r>
              <a:rPr lang="en-US" sz="3812">
                <a:solidFill>
                  <a:srgbClr val="6B3E3E"/>
                </a:solidFill>
                <a:latin typeface="210 클레이토이"/>
                <a:ea typeface="210 클레이토이"/>
                <a:cs typeface="210 클레이토이"/>
                <a:sym typeface="210 클레이토이"/>
              </a:rPr>
              <a:t>www.reallygreatsite.com</a:t>
            </a:r>
          </a:p>
        </p:txBody>
      </p:sp>
      <p:sp>
        <p:nvSpPr>
          <p:cNvPr name="Freeform 22" id="22"/>
          <p:cNvSpPr/>
          <p:nvPr/>
        </p:nvSpPr>
        <p:spPr>
          <a:xfrm flipH="false" flipV="false" rot="0">
            <a:off x="5610838" y="1019809"/>
            <a:ext cx="7315200" cy="1316736"/>
          </a:xfrm>
          <a:custGeom>
            <a:avLst/>
            <a:gdLst/>
            <a:ahLst/>
            <a:cxnLst/>
            <a:rect r="r" b="b" t="t" l="l"/>
            <a:pathLst>
              <a:path h="1316736" w="7315200">
                <a:moveTo>
                  <a:pt x="0" y="0"/>
                </a:moveTo>
                <a:lnTo>
                  <a:pt x="7315200" y="0"/>
                </a:lnTo>
                <a:lnTo>
                  <a:pt x="7315200" y="1316736"/>
                </a:lnTo>
                <a:lnTo>
                  <a:pt x="0" y="13167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3" id="23"/>
          <p:cNvSpPr txBox="true"/>
          <p:nvPr/>
        </p:nvSpPr>
        <p:spPr>
          <a:xfrm rot="0">
            <a:off x="6862247" y="1288795"/>
            <a:ext cx="4563507" cy="1047750"/>
          </a:xfrm>
          <a:prstGeom prst="rect">
            <a:avLst/>
          </a:prstGeom>
        </p:spPr>
        <p:txBody>
          <a:bodyPr anchor="t" rtlCol="false" tIns="0" lIns="0" bIns="0" rIns="0">
            <a:spAutoFit/>
          </a:bodyPr>
          <a:lstStyle/>
          <a:p>
            <a:pPr algn="ctr">
              <a:lnSpc>
                <a:spcPts val="7950"/>
              </a:lnSpc>
            </a:pPr>
            <a:r>
              <a:rPr lang="en-US" sz="7500">
                <a:solidFill>
                  <a:srgbClr val="6B3E3E"/>
                </a:solidFill>
                <a:latin typeface="210 클레이토이"/>
                <a:ea typeface="210 클레이토이"/>
                <a:cs typeface="210 클레이토이"/>
                <a:sym typeface="210 클레이토이"/>
              </a:rPr>
              <a:t>Contact</a:t>
            </a:r>
          </a:p>
        </p:txBody>
      </p:sp>
      <p:sp>
        <p:nvSpPr>
          <p:cNvPr name="Freeform 24" id="24"/>
          <p:cNvSpPr/>
          <p:nvPr/>
        </p:nvSpPr>
        <p:spPr>
          <a:xfrm flipH="false" flipV="false" rot="3331616">
            <a:off x="-1833911" y="6737298"/>
            <a:ext cx="5379349" cy="4727733"/>
          </a:xfrm>
          <a:custGeom>
            <a:avLst/>
            <a:gdLst/>
            <a:ahLst/>
            <a:cxnLst/>
            <a:rect r="r" b="b" t="t" l="l"/>
            <a:pathLst>
              <a:path h="4727733" w="5379349">
                <a:moveTo>
                  <a:pt x="0" y="0"/>
                </a:moveTo>
                <a:lnTo>
                  <a:pt x="5379349" y="0"/>
                </a:lnTo>
                <a:lnTo>
                  <a:pt x="5379349" y="4727733"/>
                </a:lnTo>
                <a:lnTo>
                  <a:pt x="0" y="472773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7310698">
            <a:off x="15010743" y="-2418835"/>
            <a:ext cx="4315728" cy="5846429"/>
          </a:xfrm>
          <a:custGeom>
            <a:avLst/>
            <a:gdLst/>
            <a:ahLst/>
            <a:cxnLst/>
            <a:rect r="r" b="b" t="t" l="l"/>
            <a:pathLst>
              <a:path h="5846429" w="4315728">
                <a:moveTo>
                  <a:pt x="0" y="0"/>
                </a:moveTo>
                <a:lnTo>
                  <a:pt x="4315728" y="0"/>
                </a:lnTo>
                <a:lnTo>
                  <a:pt x="4315728" y="5846429"/>
                </a:lnTo>
                <a:lnTo>
                  <a:pt x="0" y="58464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8F1"/>
        </a:solidFill>
      </p:bgPr>
    </p:bg>
    <p:spTree>
      <p:nvGrpSpPr>
        <p:cNvPr id="1" name=""/>
        <p:cNvGrpSpPr/>
        <p:nvPr/>
      </p:nvGrpSpPr>
      <p:grpSpPr>
        <a:xfrm>
          <a:off x="0" y="0"/>
          <a:ext cx="0" cy="0"/>
          <a:chOff x="0" y="0"/>
          <a:chExt cx="0" cy="0"/>
        </a:xfrm>
      </p:grpSpPr>
      <p:sp>
        <p:nvSpPr>
          <p:cNvPr name="Freeform 2" id="2"/>
          <p:cNvSpPr/>
          <p:nvPr/>
        </p:nvSpPr>
        <p:spPr>
          <a:xfrm flipH="false" flipV="false" rot="0">
            <a:off x="4075239" y="3042398"/>
            <a:ext cx="10137521" cy="1824754"/>
          </a:xfrm>
          <a:custGeom>
            <a:avLst/>
            <a:gdLst/>
            <a:ahLst/>
            <a:cxnLst/>
            <a:rect r="r" b="b" t="t" l="l"/>
            <a:pathLst>
              <a:path h="1824754" w="10137521">
                <a:moveTo>
                  <a:pt x="0" y="0"/>
                </a:moveTo>
                <a:lnTo>
                  <a:pt x="10137522" y="0"/>
                </a:lnTo>
                <a:lnTo>
                  <a:pt x="10137522" y="1824753"/>
                </a:lnTo>
                <a:lnTo>
                  <a:pt x="0" y="1824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326923" y="2616087"/>
            <a:ext cx="1371121" cy="2527413"/>
          </a:xfrm>
          <a:custGeom>
            <a:avLst/>
            <a:gdLst/>
            <a:ahLst/>
            <a:cxnLst/>
            <a:rect r="r" b="b" t="t" l="l"/>
            <a:pathLst>
              <a:path h="2527413" w="1371121">
                <a:moveTo>
                  <a:pt x="0" y="0"/>
                </a:moveTo>
                <a:lnTo>
                  <a:pt x="1371122" y="0"/>
                </a:lnTo>
                <a:lnTo>
                  <a:pt x="1371122" y="2527413"/>
                </a:lnTo>
                <a:lnTo>
                  <a:pt x="0" y="25274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075239" y="5293462"/>
            <a:ext cx="10137521" cy="1824754"/>
          </a:xfrm>
          <a:custGeom>
            <a:avLst/>
            <a:gdLst/>
            <a:ahLst/>
            <a:cxnLst/>
            <a:rect r="r" b="b" t="t" l="l"/>
            <a:pathLst>
              <a:path h="1824754" w="10137521">
                <a:moveTo>
                  <a:pt x="0" y="0"/>
                </a:moveTo>
                <a:lnTo>
                  <a:pt x="10137522" y="0"/>
                </a:lnTo>
                <a:lnTo>
                  <a:pt x="10137522" y="1824754"/>
                </a:lnTo>
                <a:lnTo>
                  <a:pt x="0" y="18247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2184149" y="5846867"/>
            <a:ext cx="1362711" cy="1410309"/>
          </a:xfrm>
          <a:custGeom>
            <a:avLst/>
            <a:gdLst/>
            <a:ahLst/>
            <a:cxnLst/>
            <a:rect r="r" b="b" t="t" l="l"/>
            <a:pathLst>
              <a:path h="1410309" w="1362711">
                <a:moveTo>
                  <a:pt x="0" y="0"/>
                </a:moveTo>
                <a:lnTo>
                  <a:pt x="1362711" y="0"/>
                </a:lnTo>
                <a:lnTo>
                  <a:pt x="1362711" y="1410309"/>
                </a:lnTo>
                <a:lnTo>
                  <a:pt x="0" y="1410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5422496" y="2273187"/>
            <a:ext cx="7443009" cy="3020275"/>
          </a:xfrm>
          <a:prstGeom prst="rect">
            <a:avLst/>
          </a:prstGeom>
        </p:spPr>
        <p:txBody>
          <a:bodyPr anchor="t" rtlCol="false" tIns="0" lIns="0" bIns="0" rIns="0">
            <a:spAutoFit/>
          </a:bodyPr>
          <a:lstStyle/>
          <a:p>
            <a:pPr algn="ctr">
              <a:lnSpc>
                <a:spcPts val="24628"/>
              </a:lnSpc>
            </a:pPr>
            <a:r>
              <a:rPr lang="en-US" sz="17591">
                <a:solidFill>
                  <a:srgbClr val="6B3E3E"/>
                </a:solidFill>
                <a:latin typeface="210 클레이토이"/>
                <a:ea typeface="210 클레이토이"/>
                <a:cs typeface="210 클레이토이"/>
                <a:sym typeface="210 클레이토이"/>
              </a:rPr>
              <a:t>Thank</a:t>
            </a:r>
          </a:p>
        </p:txBody>
      </p:sp>
      <p:sp>
        <p:nvSpPr>
          <p:cNvPr name="TextBox 7" id="7"/>
          <p:cNvSpPr txBox="true"/>
          <p:nvPr/>
        </p:nvSpPr>
        <p:spPr>
          <a:xfrm rot="0">
            <a:off x="6737841" y="4650638"/>
            <a:ext cx="4812318" cy="3020275"/>
          </a:xfrm>
          <a:prstGeom prst="rect">
            <a:avLst/>
          </a:prstGeom>
        </p:spPr>
        <p:txBody>
          <a:bodyPr anchor="t" rtlCol="false" tIns="0" lIns="0" bIns="0" rIns="0">
            <a:spAutoFit/>
          </a:bodyPr>
          <a:lstStyle/>
          <a:p>
            <a:pPr algn="ctr">
              <a:lnSpc>
                <a:spcPts val="24628"/>
              </a:lnSpc>
            </a:pPr>
            <a:r>
              <a:rPr lang="en-US" sz="17591">
                <a:solidFill>
                  <a:srgbClr val="6B3E3E"/>
                </a:solidFill>
                <a:latin typeface="210 클레이토이"/>
                <a:ea typeface="210 클레이토이"/>
                <a:cs typeface="210 클레이토이"/>
                <a:sym typeface="210 클레이토이"/>
              </a:rPr>
              <a:t>You</a:t>
            </a:r>
          </a:p>
        </p:txBody>
      </p:sp>
      <p:sp>
        <p:nvSpPr>
          <p:cNvPr name="Freeform 8" id="8"/>
          <p:cNvSpPr/>
          <p:nvPr/>
        </p:nvSpPr>
        <p:spPr>
          <a:xfrm flipH="false" flipV="false" rot="3331616">
            <a:off x="-1833911" y="6737298"/>
            <a:ext cx="5379349" cy="4727733"/>
          </a:xfrm>
          <a:custGeom>
            <a:avLst/>
            <a:gdLst/>
            <a:ahLst/>
            <a:cxnLst/>
            <a:rect r="r" b="b" t="t" l="l"/>
            <a:pathLst>
              <a:path h="4727733" w="5379349">
                <a:moveTo>
                  <a:pt x="0" y="0"/>
                </a:moveTo>
                <a:lnTo>
                  <a:pt x="5379349" y="0"/>
                </a:lnTo>
                <a:lnTo>
                  <a:pt x="5379349" y="4727733"/>
                </a:lnTo>
                <a:lnTo>
                  <a:pt x="0" y="47277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7310698">
            <a:off x="15010743" y="-2418835"/>
            <a:ext cx="4315728" cy="5846429"/>
          </a:xfrm>
          <a:custGeom>
            <a:avLst/>
            <a:gdLst/>
            <a:ahLst/>
            <a:cxnLst/>
            <a:rect r="r" b="b" t="t" l="l"/>
            <a:pathLst>
              <a:path h="5846429" w="4315728">
                <a:moveTo>
                  <a:pt x="0" y="0"/>
                </a:moveTo>
                <a:lnTo>
                  <a:pt x="4315728" y="0"/>
                </a:lnTo>
                <a:lnTo>
                  <a:pt x="4315728" y="5846429"/>
                </a:lnTo>
                <a:lnTo>
                  <a:pt x="0" y="58464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DAGmBHZ7uJU</dc:identifier>
  <dcterms:modified xsi:type="dcterms:W3CDTF">2011-08-01T06:04:30Z</dcterms:modified>
  <cp:revision>1</cp:revision>
  <dc:title>Beige Pink Cute Creative Portfolio Presentation</dc:title>
</cp:coreProperties>
</file>