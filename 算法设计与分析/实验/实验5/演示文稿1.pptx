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78175" y="873125"/>
            <a:ext cx="4757420" cy="440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164840" y="2096770"/>
            <a:ext cx="231457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1,4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607685" y="2096770"/>
            <a:ext cx="231457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5,8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179445" y="3305175"/>
            <a:ext cx="1061720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1,2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432300" y="3305175"/>
            <a:ext cx="1061720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3,4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622290" y="3305175"/>
            <a:ext cx="1061720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5,6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875145" y="3305175"/>
            <a:ext cx="1061720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7,8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17944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3820160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4431030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503110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5665470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626300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688276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750252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78175" y="873125"/>
            <a:ext cx="4757420" cy="440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164840" y="2096770"/>
            <a:ext cx="231457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1,4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607685" y="2096770"/>
            <a:ext cx="2314575" cy="42545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5,8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179445" y="3305175"/>
            <a:ext cx="1061720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1,2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432300" y="3305175"/>
            <a:ext cx="1061720" cy="42545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3,4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622290" y="3305175"/>
            <a:ext cx="1061720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5,6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875145" y="3305175"/>
            <a:ext cx="1061720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7,8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179445" y="4267835"/>
            <a:ext cx="421005" cy="42545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3820160" y="4267835"/>
            <a:ext cx="421005" cy="42545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4431030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503110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5665470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626300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688276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750252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cxnSp>
        <p:nvCxnSpPr>
          <p:cNvPr id="2" name="直接箭头连接符 1"/>
          <p:cNvCxnSpPr>
            <a:stCxn id="4" idx="2"/>
            <a:endCxn id="6" idx="0"/>
          </p:cNvCxnSpPr>
          <p:nvPr/>
        </p:nvCxnSpPr>
        <p:spPr>
          <a:xfrm flipH="1">
            <a:off x="4322445" y="1313815"/>
            <a:ext cx="1234440" cy="782955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stCxn id="6" idx="2"/>
            <a:endCxn id="8" idx="0"/>
          </p:cNvCxnSpPr>
          <p:nvPr/>
        </p:nvCxnSpPr>
        <p:spPr>
          <a:xfrm flipH="1">
            <a:off x="3710305" y="2522220"/>
            <a:ext cx="612140" cy="782955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>
            <a:stCxn id="8" idx="2"/>
          </p:cNvCxnSpPr>
          <p:nvPr/>
        </p:nvCxnSpPr>
        <p:spPr>
          <a:xfrm flipH="1">
            <a:off x="3378200" y="3730625"/>
            <a:ext cx="332105" cy="567690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上箭头 8"/>
          <p:cNvSpPr/>
          <p:nvPr/>
        </p:nvSpPr>
        <p:spPr>
          <a:xfrm>
            <a:off x="3283585" y="4803140"/>
            <a:ext cx="212090" cy="440055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0325" y="1485900"/>
            <a:ext cx="4451350" cy="38862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78175" y="873125"/>
            <a:ext cx="4757420" cy="440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164840" y="2096770"/>
            <a:ext cx="231457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1,4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607685" y="2096770"/>
            <a:ext cx="2314575" cy="42545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5,8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179445" y="3305175"/>
            <a:ext cx="1061720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1,2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432300" y="3305175"/>
            <a:ext cx="1061720" cy="42545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3,4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622290" y="3305175"/>
            <a:ext cx="1061720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5,6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875145" y="3305175"/>
            <a:ext cx="1061720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7,8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196590" y="4267835"/>
            <a:ext cx="421005" cy="4254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3820160" y="4267835"/>
            <a:ext cx="421005" cy="42545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4431030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503110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5665470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626300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688276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750252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cxnSp>
        <p:nvCxnSpPr>
          <p:cNvPr id="5" name="直接箭头连接符 4"/>
          <p:cNvCxnSpPr>
            <a:stCxn id="8" idx="2"/>
            <a:endCxn id="16" idx="0"/>
          </p:cNvCxnSpPr>
          <p:nvPr/>
        </p:nvCxnSpPr>
        <p:spPr>
          <a:xfrm>
            <a:off x="3710305" y="3730625"/>
            <a:ext cx="320675" cy="537210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上箭头 8"/>
          <p:cNvSpPr/>
          <p:nvPr/>
        </p:nvSpPr>
        <p:spPr>
          <a:xfrm>
            <a:off x="3924935" y="4803140"/>
            <a:ext cx="212090" cy="440055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>
            <a:endCxn id="8" idx="2"/>
          </p:cNvCxnSpPr>
          <p:nvPr/>
        </p:nvCxnSpPr>
        <p:spPr>
          <a:xfrm flipV="1">
            <a:off x="3371215" y="3730625"/>
            <a:ext cx="339090" cy="516890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7475" y="1476375"/>
            <a:ext cx="4337050" cy="39052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78175" y="873125"/>
            <a:ext cx="4757420" cy="440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164840" y="2096770"/>
            <a:ext cx="231457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1,4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607685" y="2096770"/>
            <a:ext cx="2314575" cy="42545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5,8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179445" y="3305175"/>
            <a:ext cx="1061720" cy="4254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1,2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432300" y="3305175"/>
            <a:ext cx="1061720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3,4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622290" y="3305175"/>
            <a:ext cx="1061720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5,6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875145" y="3305175"/>
            <a:ext cx="1061720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7,8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196590" y="4267835"/>
            <a:ext cx="421005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3820160" y="4267835"/>
            <a:ext cx="421005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4431030" y="4267835"/>
            <a:ext cx="421005" cy="42545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5031105" y="4267835"/>
            <a:ext cx="421005" cy="4254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5665470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626300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688276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750252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3710305" y="2522220"/>
            <a:ext cx="612140" cy="782955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上箭头 8"/>
          <p:cNvSpPr/>
          <p:nvPr/>
        </p:nvSpPr>
        <p:spPr>
          <a:xfrm>
            <a:off x="4535170" y="4803140"/>
            <a:ext cx="212090" cy="440055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>
            <a:endCxn id="8" idx="2"/>
          </p:cNvCxnSpPr>
          <p:nvPr/>
        </p:nvCxnSpPr>
        <p:spPr>
          <a:xfrm flipH="1" flipV="1">
            <a:off x="3710305" y="3730625"/>
            <a:ext cx="282575" cy="527050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箭头连接符 1"/>
          <p:cNvCxnSpPr>
            <a:endCxn id="10" idx="0"/>
          </p:cNvCxnSpPr>
          <p:nvPr/>
        </p:nvCxnSpPr>
        <p:spPr>
          <a:xfrm>
            <a:off x="4314190" y="2543175"/>
            <a:ext cx="648970" cy="762000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stCxn id="10" idx="2"/>
            <a:endCxn id="17" idx="0"/>
          </p:cNvCxnSpPr>
          <p:nvPr/>
        </p:nvCxnSpPr>
        <p:spPr>
          <a:xfrm flipH="1">
            <a:off x="4641850" y="3730625"/>
            <a:ext cx="321310" cy="537210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9700" y="1454150"/>
            <a:ext cx="4292600" cy="39497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78175" y="873125"/>
            <a:ext cx="4757420" cy="440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164840" y="2096770"/>
            <a:ext cx="231457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1,4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607685" y="2096770"/>
            <a:ext cx="2314575" cy="42545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5,8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179445" y="3305175"/>
            <a:ext cx="1061720" cy="4254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1,2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432300" y="3305175"/>
            <a:ext cx="1061720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3,4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622290" y="3305175"/>
            <a:ext cx="1061720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5,6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875145" y="3305175"/>
            <a:ext cx="1061720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7,8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196590" y="4267835"/>
            <a:ext cx="421005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3820160" y="4267835"/>
            <a:ext cx="421005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4431030" y="4267835"/>
            <a:ext cx="421005" cy="4254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5031105" y="4267835"/>
            <a:ext cx="421005" cy="4254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5665470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626300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688276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750252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9" name="上箭头 8"/>
          <p:cNvSpPr/>
          <p:nvPr/>
        </p:nvSpPr>
        <p:spPr>
          <a:xfrm>
            <a:off x="5135245" y="4803140"/>
            <a:ext cx="212090" cy="440055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>
            <a:stCxn id="17" idx="0"/>
            <a:endCxn id="10" idx="2"/>
          </p:cNvCxnSpPr>
          <p:nvPr/>
        </p:nvCxnSpPr>
        <p:spPr>
          <a:xfrm flipV="1">
            <a:off x="4641850" y="3730625"/>
            <a:ext cx="321310" cy="537210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endCxn id="18" idx="0"/>
          </p:cNvCxnSpPr>
          <p:nvPr/>
        </p:nvCxnSpPr>
        <p:spPr>
          <a:xfrm>
            <a:off x="4987290" y="3764915"/>
            <a:ext cx="254635" cy="502920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0530" y="1019175"/>
            <a:ext cx="4337050" cy="38862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78175" y="873125"/>
            <a:ext cx="4757420" cy="440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164840" y="2096770"/>
            <a:ext cx="2314575" cy="4254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1,4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607685" y="2096770"/>
            <a:ext cx="2314575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5,8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179445" y="3305175"/>
            <a:ext cx="1061720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1,2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432300" y="3305175"/>
            <a:ext cx="1061720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3,4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622290" y="3305175"/>
            <a:ext cx="1061720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5,6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875145" y="3305175"/>
            <a:ext cx="1061720" cy="4254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7,8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196590" y="4267835"/>
            <a:ext cx="421005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3820160" y="4267835"/>
            <a:ext cx="421005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4431030" y="4267835"/>
            <a:ext cx="421005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5031105" y="4267835"/>
            <a:ext cx="421005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5665470" y="4267835"/>
            <a:ext cx="421005" cy="4254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6263005" y="4267835"/>
            <a:ext cx="421005" cy="4254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688276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750252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9" name="上箭头 8"/>
          <p:cNvSpPr/>
          <p:nvPr/>
        </p:nvSpPr>
        <p:spPr>
          <a:xfrm>
            <a:off x="5769610" y="4803140"/>
            <a:ext cx="212090" cy="440055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>
            <a:stCxn id="18" idx="0"/>
            <a:endCxn id="10" idx="2"/>
          </p:cNvCxnSpPr>
          <p:nvPr/>
        </p:nvCxnSpPr>
        <p:spPr>
          <a:xfrm flipH="1" flipV="1">
            <a:off x="4963160" y="3730625"/>
            <a:ext cx="278765" cy="537210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/>
          <p:cNvCxnSpPr>
            <a:stCxn id="10" idx="0"/>
            <a:endCxn id="6" idx="2"/>
          </p:cNvCxnSpPr>
          <p:nvPr/>
        </p:nvCxnSpPr>
        <p:spPr>
          <a:xfrm flipH="1" flipV="1">
            <a:off x="4322445" y="2522220"/>
            <a:ext cx="640715" cy="782955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>
            <a:stCxn id="6" idx="0"/>
            <a:endCxn id="4" idx="2"/>
          </p:cNvCxnSpPr>
          <p:nvPr/>
        </p:nvCxnSpPr>
        <p:spPr>
          <a:xfrm flipV="1">
            <a:off x="4322445" y="1313815"/>
            <a:ext cx="1234440" cy="782955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箭头连接符 1"/>
          <p:cNvCxnSpPr>
            <a:endCxn id="7" idx="0"/>
          </p:cNvCxnSpPr>
          <p:nvPr/>
        </p:nvCxnSpPr>
        <p:spPr>
          <a:xfrm>
            <a:off x="5525135" y="1310005"/>
            <a:ext cx="1240155" cy="786765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2"/>
            <a:endCxn id="11" idx="0"/>
          </p:cNvCxnSpPr>
          <p:nvPr/>
        </p:nvCxnSpPr>
        <p:spPr>
          <a:xfrm flipH="1">
            <a:off x="6153150" y="2522220"/>
            <a:ext cx="612140" cy="782955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1" idx="2"/>
            <a:endCxn id="19" idx="0"/>
          </p:cNvCxnSpPr>
          <p:nvPr/>
        </p:nvCxnSpPr>
        <p:spPr>
          <a:xfrm flipH="1">
            <a:off x="5876290" y="3730625"/>
            <a:ext cx="276860" cy="537210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0800" y="1463675"/>
            <a:ext cx="4470400" cy="39306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178175" y="873125"/>
            <a:ext cx="4757420" cy="4406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164840" y="2096770"/>
            <a:ext cx="2314575" cy="4254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1,4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607685" y="2096770"/>
            <a:ext cx="2314575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5,8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179445" y="3305175"/>
            <a:ext cx="1061720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1,2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432300" y="3305175"/>
            <a:ext cx="1061720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3,4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622290" y="3305175"/>
            <a:ext cx="1061720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5,6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875145" y="3305175"/>
            <a:ext cx="1061720" cy="4254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【</a:t>
            </a:r>
            <a:r>
              <a:rPr lang="en-US" altLang="zh-CN"/>
              <a:t>7,8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196590" y="4267835"/>
            <a:ext cx="421005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6" name="矩形 15"/>
          <p:cNvSpPr/>
          <p:nvPr/>
        </p:nvSpPr>
        <p:spPr>
          <a:xfrm>
            <a:off x="3820160" y="4267835"/>
            <a:ext cx="421005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4431030" y="4267835"/>
            <a:ext cx="421005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5031105" y="4267835"/>
            <a:ext cx="421005" cy="425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5665470" y="4267835"/>
            <a:ext cx="421005" cy="4254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6263005" y="4267835"/>
            <a:ext cx="421005" cy="4254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688276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22" name="矩形 21"/>
          <p:cNvSpPr/>
          <p:nvPr/>
        </p:nvSpPr>
        <p:spPr>
          <a:xfrm>
            <a:off x="7502525" y="4267835"/>
            <a:ext cx="421005" cy="425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8</a:t>
            </a:r>
            <a:endParaRPr lang="en-US" altLang="zh-CN"/>
          </a:p>
        </p:txBody>
      </p:sp>
      <p:sp>
        <p:nvSpPr>
          <p:cNvPr id="9" name="上箭头 8"/>
          <p:cNvSpPr/>
          <p:nvPr/>
        </p:nvSpPr>
        <p:spPr>
          <a:xfrm>
            <a:off x="6367145" y="4803140"/>
            <a:ext cx="212090" cy="440055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5891530" y="3730625"/>
            <a:ext cx="261620" cy="537210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1" idx="2"/>
            <a:endCxn id="20" idx="0"/>
          </p:cNvCxnSpPr>
          <p:nvPr/>
        </p:nvCxnSpPr>
        <p:spPr>
          <a:xfrm>
            <a:off x="6153150" y="3730625"/>
            <a:ext cx="320675" cy="537210"/>
          </a:xfrm>
          <a:prstGeom prst="straightConnector1">
            <a:avLst/>
          </a:prstGeom>
          <a:ln w="31750" cmpd="sng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/>
        </p:nvSpPr>
        <p:spPr>
          <a:xfrm>
            <a:off x="1968500" y="1533525"/>
            <a:ext cx="635635" cy="65468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3625850" y="1533525"/>
            <a:ext cx="635635" cy="65468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825750" y="2600325"/>
            <a:ext cx="635635" cy="65468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940050" y="3667125"/>
            <a:ext cx="635635" cy="65468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250" y="1066800"/>
            <a:ext cx="9302750" cy="44862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2736850" y="1930400"/>
            <a:ext cx="693420" cy="65468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WPS 演示</Application>
  <PresentationFormat>宽屏</PresentationFormat>
  <Paragraphs>210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杨韩冰</cp:lastModifiedBy>
  <cp:revision>156</cp:revision>
  <dcterms:created xsi:type="dcterms:W3CDTF">2019-06-19T02:08:00Z</dcterms:created>
  <dcterms:modified xsi:type="dcterms:W3CDTF">2025-05-29T03:04:56Z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A31B450D8C9245D1A13856974C7706C0_11</vt:lpwstr>
  </property>
</Properties>
</file>